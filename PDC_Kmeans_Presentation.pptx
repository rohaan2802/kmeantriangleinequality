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36EB5F-2043-490D-82D7-D00ABA9CBD0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AE97BC4-B588-44BF-AB85-0113C54E0BF2}">
      <dgm:prSet/>
      <dgm:spPr/>
      <dgm:t>
        <a:bodyPr/>
        <a:lstStyle/>
        <a:p>
          <a:r>
            <a:rPr lang="en-US"/>
            <a:t>K-means: alternate assignment (nearest centroid) and update (means).</a:t>
          </a:r>
        </a:p>
      </dgm:t>
    </dgm:pt>
    <dgm:pt modelId="{8EAC1C38-662C-4682-B104-A77D19D70C5D}" type="parTrans" cxnId="{578685EC-0AA4-48BC-A58E-2529781AE571}">
      <dgm:prSet/>
      <dgm:spPr/>
      <dgm:t>
        <a:bodyPr/>
        <a:lstStyle/>
        <a:p>
          <a:endParaRPr lang="en-US"/>
        </a:p>
      </dgm:t>
    </dgm:pt>
    <dgm:pt modelId="{8D9D2E71-B024-4FF7-85EF-D91A0DE1BE3A}" type="sibTrans" cxnId="{578685EC-0AA4-48BC-A58E-2529781AE571}">
      <dgm:prSet/>
      <dgm:spPr/>
      <dgm:t>
        <a:bodyPr/>
        <a:lstStyle/>
        <a:p>
          <a:endParaRPr lang="en-US"/>
        </a:p>
      </dgm:t>
    </dgm:pt>
    <dgm:pt modelId="{FAEF277C-3A2C-4CEF-9B54-3124A9AF374D}">
      <dgm:prSet/>
      <dgm:spPr/>
      <dgm:t>
        <a:bodyPr/>
        <a:lstStyle/>
        <a:p>
          <a:r>
            <a:rPr lang="en-US"/>
            <a:t>Lloyd’s assignment is O(N·K·M) per iteration — dominant cost at large N, K.</a:t>
          </a:r>
        </a:p>
      </dgm:t>
    </dgm:pt>
    <dgm:pt modelId="{496C6096-984F-49E5-96BE-F24D44049D46}" type="parTrans" cxnId="{EFDE730F-67D0-4790-9EEC-39DDC2D7584D}">
      <dgm:prSet/>
      <dgm:spPr/>
      <dgm:t>
        <a:bodyPr/>
        <a:lstStyle/>
        <a:p>
          <a:endParaRPr lang="en-US"/>
        </a:p>
      </dgm:t>
    </dgm:pt>
    <dgm:pt modelId="{BF5EB46F-DE5C-4C50-940C-435B7C5238C0}" type="sibTrans" cxnId="{EFDE730F-67D0-4790-9EEC-39DDC2D7584D}">
      <dgm:prSet/>
      <dgm:spPr/>
      <dgm:t>
        <a:bodyPr/>
        <a:lstStyle/>
        <a:p>
          <a:endParaRPr lang="en-US"/>
        </a:p>
      </dgm:t>
    </dgm:pt>
    <dgm:pt modelId="{E3C92532-0244-4020-B032-B31E70EDC9D3}">
      <dgm:prSet/>
      <dgm:spPr/>
      <dgm:t>
        <a:bodyPr/>
        <a:lstStyle/>
        <a:p>
          <a:r>
            <a:rPr lang="en-US"/>
            <a:t>Triangle-inequality methods (e.g. Elkan) skip many distance evaluations.</a:t>
          </a:r>
        </a:p>
      </dgm:t>
    </dgm:pt>
    <dgm:pt modelId="{885D1FD0-7D7B-4A8E-AE43-A99E8A6E6787}" type="parTrans" cxnId="{9BC775B7-4281-4FAC-8C39-A4AFAEEB5651}">
      <dgm:prSet/>
      <dgm:spPr/>
      <dgm:t>
        <a:bodyPr/>
        <a:lstStyle/>
        <a:p>
          <a:endParaRPr lang="en-US"/>
        </a:p>
      </dgm:t>
    </dgm:pt>
    <dgm:pt modelId="{81A31640-B53D-4EF2-90E5-326302178AB3}" type="sibTrans" cxnId="{9BC775B7-4281-4FAC-8C39-A4AFAEEB5651}">
      <dgm:prSet/>
      <dgm:spPr/>
      <dgm:t>
        <a:bodyPr/>
        <a:lstStyle/>
        <a:p>
          <a:endParaRPr lang="en-US"/>
        </a:p>
      </dgm:t>
    </dgm:pt>
    <dgm:pt modelId="{875BA58F-E885-4864-9A52-09AB11A0AAE6}">
      <dgm:prSet/>
      <dgm:spPr/>
      <dgm:t>
        <a:bodyPr/>
        <a:lstStyle/>
        <a:p>
          <a:r>
            <a:rPr lang="en-US"/>
            <a:t>Base paper: hybrid MPI/OpenMP implementations on a cluster; scheduling matters.</a:t>
          </a:r>
        </a:p>
      </dgm:t>
    </dgm:pt>
    <dgm:pt modelId="{B22A27BC-1CB7-4B7C-B16B-5D77A300806A}" type="parTrans" cxnId="{CC5ECA06-4987-4D1B-B035-CFD8395DEBF4}">
      <dgm:prSet/>
      <dgm:spPr/>
      <dgm:t>
        <a:bodyPr/>
        <a:lstStyle/>
        <a:p>
          <a:endParaRPr lang="en-US"/>
        </a:p>
      </dgm:t>
    </dgm:pt>
    <dgm:pt modelId="{D7CDCD4B-023E-4C1B-9A95-CC3DF1070D94}" type="sibTrans" cxnId="{CC5ECA06-4987-4D1B-B035-CFD8395DEBF4}">
      <dgm:prSet/>
      <dgm:spPr/>
      <dgm:t>
        <a:bodyPr/>
        <a:lstStyle/>
        <a:p>
          <a:endParaRPr lang="en-US"/>
        </a:p>
      </dgm:t>
    </dgm:pt>
    <dgm:pt modelId="{7690457A-0C11-44DA-97DE-F9289DEEA408}" type="pres">
      <dgm:prSet presAssocID="{D336EB5F-2043-490D-82D7-D00ABA9CBD06}" presName="root" presStyleCnt="0">
        <dgm:presLayoutVars>
          <dgm:dir/>
          <dgm:resizeHandles val="exact"/>
        </dgm:presLayoutVars>
      </dgm:prSet>
      <dgm:spPr/>
    </dgm:pt>
    <dgm:pt modelId="{F4207A33-0B0D-4DE2-9DFC-E302D86076B2}" type="pres">
      <dgm:prSet presAssocID="{D336EB5F-2043-490D-82D7-D00ABA9CBD06}" presName="container" presStyleCnt="0">
        <dgm:presLayoutVars>
          <dgm:dir/>
          <dgm:resizeHandles val="exact"/>
        </dgm:presLayoutVars>
      </dgm:prSet>
      <dgm:spPr/>
    </dgm:pt>
    <dgm:pt modelId="{67ED08E4-B9AD-4AF8-B4F7-2BFEB309DA16}" type="pres">
      <dgm:prSet presAssocID="{AAE97BC4-B588-44BF-AB85-0113C54E0BF2}" presName="compNode" presStyleCnt="0"/>
      <dgm:spPr/>
    </dgm:pt>
    <dgm:pt modelId="{CE4D4E81-C782-4BEF-885C-9807A3DA34B6}" type="pres">
      <dgm:prSet presAssocID="{AAE97BC4-B588-44BF-AB85-0113C54E0BF2}" presName="iconBgRect" presStyleLbl="bgShp" presStyleIdx="0" presStyleCnt="4"/>
      <dgm:spPr/>
    </dgm:pt>
    <dgm:pt modelId="{C2D72C1F-5224-4B0F-A67E-492DC431BB9F}" type="pres">
      <dgm:prSet presAssocID="{AAE97BC4-B588-44BF-AB85-0113C54E0BF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ole Pizza"/>
        </a:ext>
      </dgm:extLst>
    </dgm:pt>
    <dgm:pt modelId="{1F8D0A34-3105-49A3-A63B-309F5AB68C10}" type="pres">
      <dgm:prSet presAssocID="{AAE97BC4-B588-44BF-AB85-0113C54E0BF2}" presName="spaceRect" presStyleCnt="0"/>
      <dgm:spPr/>
    </dgm:pt>
    <dgm:pt modelId="{6D81FD7E-E0C1-4F4B-941C-0BCC4AC1D36F}" type="pres">
      <dgm:prSet presAssocID="{AAE97BC4-B588-44BF-AB85-0113C54E0BF2}" presName="textRect" presStyleLbl="revTx" presStyleIdx="0" presStyleCnt="4">
        <dgm:presLayoutVars>
          <dgm:chMax val="1"/>
          <dgm:chPref val="1"/>
        </dgm:presLayoutVars>
      </dgm:prSet>
      <dgm:spPr/>
    </dgm:pt>
    <dgm:pt modelId="{59A5E991-5209-4312-A73D-465F0CA07A8A}" type="pres">
      <dgm:prSet presAssocID="{8D9D2E71-B024-4FF7-85EF-D91A0DE1BE3A}" presName="sibTrans" presStyleLbl="sibTrans2D1" presStyleIdx="0" presStyleCnt="0"/>
      <dgm:spPr/>
    </dgm:pt>
    <dgm:pt modelId="{2A3E3395-6334-4786-AF14-E648ADF5016B}" type="pres">
      <dgm:prSet presAssocID="{FAEF277C-3A2C-4CEF-9B54-3124A9AF374D}" presName="compNode" presStyleCnt="0"/>
      <dgm:spPr/>
    </dgm:pt>
    <dgm:pt modelId="{7506227E-2395-4D66-9364-46742C26BC29}" type="pres">
      <dgm:prSet presAssocID="{FAEF277C-3A2C-4CEF-9B54-3124A9AF374D}" presName="iconBgRect" presStyleLbl="bgShp" presStyleIdx="1" presStyleCnt="4"/>
      <dgm:spPr/>
    </dgm:pt>
    <dgm:pt modelId="{30B4E2A0-6A9B-427C-836F-6FF7E9F60B97}" type="pres">
      <dgm:prSet presAssocID="{FAEF277C-3A2C-4CEF-9B54-3124A9AF374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A43A3BC-490F-4806-9527-B744906EAB46}" type="pres">
      <dgm:prSet presAssocID="{FAEF277C-3A2C-4CEF-9B54-3124A9AF374D}" presName="spaceRect" presStyleCnt="0"/>
      <dgm:spPr/>
    </dgm:pt>
    <dgm:pt modelId="{6A55823F-6A40-473C-BA40-11F6E49D3D28}" type="pres">
      <dgm:prSet presAssocID="{FAEF277C-3A2C-4CEF-9B54-3124A9AF374D}" presName="textRect" presStyleLbl="revTx" presStyleIdx="1" presStyleCnt="4">
        <dgm:presLayoutVars>
          <dgm:chMax val="1"/>
          <dgm:chPref val="1"/>
        </dgm:presLayoutVars>
      </dgm:prSet>
      <dgm:spPr/>
    </dgm:pt>
    <dgm:pt modelId="{BC00F6B4-7A04-4E1D-A68D-47663E5F7246}" type="pres">
      <dgm:prSet presAssocID="{BF5EB46F-DE5C-4C50-940C-435B7C5238C0}" presName="sibTrans" presStyleLbl="sibTrans2D1" presStyleIdx="0" presStyleCnt="0"/>
      <dgm:spPr/>
    </dgm:pt>
    <dgm:pt modelId="{47B59C35-C166-4898-90AB-A8C14AEDF370}" type="pres">
      <dgm:prSet presAssocID="{E3C92532-0244-4020-B032-B31E70EDC9D3}" presName="compNode" presStyleCnt="0"/>
      <dgm:spPr/>
    </dgm:pt>
    <dgm:pt modelId="{86283FF6-06BC-403D-A57F-FA6C292C5FE3}" type="pres">
      <dgm:prSet presAssocID="{E3C92532-0244-4020-B032-B31E70EDC9D3}" presName="iconBgRect" presStyleLbl="bgShp" presStyleIdx="2" presStyleCnt="4"/>
      <dgm:spPr/>
    </dgm:pt>
    <dgm:pt modelId="{3C3CF46C-EB8E-46B6-BEBD-EEF46113C87A}" type="pres">
      <dgm:prSet presAssocID="{E3C92532-0244-4020-B032-B31E70EDC9D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3A0EA98-0316-4DBC-8AD9-EB01317E7D73}" type="pres">
      <dgm:prSet presAssocID="{E3C92532-0244-4020-B032-B31E70EDC9D3}" presName="spaceRect" presStyleCnt="0"/>
      <dgm:spPr/>
    </dgm:pt>
    <dgm:pt modelId="{D287A045-6873-4FA9-B804-EF51ECF8C8DF}" type="pres">
      <dgm:prSet presAssocID="{E3C92532-0244-4020-B032-B31E70EDC9D3}" presName="textRect" presStyleLbl="revTx" presStyleIdx="2" presStyleCnt="4">
        <dgm:presLayoutVars>
          <dgm:chMax val="1"/>
          <dgm:chPref val="1"/>
        </dgm:presLayoutVars>
      </dgm:prSet>
      <dgm:spPr/>
    </dgm:pt>
    <dgm:pt modelId="{4E572B39-60DD-4AD8-B4BA-189CA5CEABB2}" type="pres">
      <dgm:prSet presAssocID="{81A31640-B53D-4EF2-90E5-326302178AB3}" presName="sibTrans" presStyleLbl="sibTrans2D1" presStyleIdx="0" presStyleCnt="0"/>
      <dgm:spPr/>
    </dgm:pt>
    <dgm:pt modelId="{6FCFA1CD-9724-4DF6-A0DB-0004F52CD130}" type="pres">
      <dgm:prSet presAssocID="{875BA58F-E885-4864-9A52-09AB11A0AAE6}" presName="compNode" presStyleCnt="0"/>
      <dgm:spPr/>
    </dgm:pt>
    <dgm:pt modelId="{B00C836A-2C58-41F1-8C6B-511612192226}" type="pres">
      <dgm:prSet presAssocID="{875BA58F-E885-4864-9A52-09AB11A0AAE6}" presName="iconBgRect" presStyleLbl="bgShp" presStyleIdx="3" presStyleCnt="4"/>
      <dgm:spPr/>
    </dgm:pt>
    <dgm:pt modelId="{C4B67D57-74F1-4E22-852A-27C611604C09}" type="pres">
      <dgm:prSet presAssocID="{875BA58F-E885-4864-9A52-09AB11A0AAE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C7E4068-EF62-4564-B309-9880917B94D1}" type="pres">
      <dgm:prSet presAssocID="{875BA58F-E885-4864-9A52-09AB11A0AAE6}" presName="spaceRect" presStyleCnt="0"/>
      <dgm:spPr/>
    </dgm:pt>
    <dgm:pt modelId="{FA2879F7-59F8-4F0B-B4EB-9D06B35A3E13}" type="pres">
      <dgm:prSet presAssocID="{875BA58F-E885-4864-9A52-09AB11A0AA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C5ECA06-4987-4D1B-B035-CFD8395DEBF4}" srcId="{D336EB5F-2043-490D-82D7-D00ABA9CBD06}" destId="{875BA58F-E885-4864-9A52-09AB11A0AAE6}" srcOrd="3" destOrd="0" parTransId="{B22A27BC-1CB7-4B7C-B16B-5D77A300806A}" sibTransId="{D7CDCD4B-023E-4C1B-9A95-CC3DF1070D94}"/>
    <dgm:cxn modelId="{76E85507-3BE2-4A95-BEE0-C7C85E115B1E}" type="presOf" srcId="{BF5EB46F-DE5C-4C50-940C-435B7C5238C0}" destId="{BC00F6B4-7A04-4E1D-A68D-47663E5F7246}" srcOrd="0" destOrd="0" presId="urn:microsoft.com/office/officeart/2018/2/layout/IconCircleList"/>
    <dgm:cxn modelId="{EFDE730F-67D0-4790-9EEC-39DDC2D7584D}" srcId="{D336EB5F-2043-490D-82D7-D00ABA9CBD06}" destId="{FAEF277C-3A2C-4CEF-9B54-3124A9AF374D}" srcOrd="1" destOrd="0" parTransId="{496C6096-984F-49E5-96BE-F24D44049D46}" sibTransId="{BF5EB46F-DE5C-4C50-940C-435B7C5238C0}"/>
    <dgm:cxn modelId="{D096E511-79F3-4858-9764-F14607797711}" type="presOf" srcId="{FAEF277C-3A2C-4CEF-9B54-3124A9AF374D}" destId="{6A55823F-6A40-473C-BA40-11F6E49D3D28}" srcOrd="0" destOrd="0" presId="urn:microsoft.com/office/officeart/2018/2/layout/IconCircleList"/>
    <dgm:cxn modelId="{E32E2E68-2A56-4519-9C30-A4A22B87FD28}" type="presOf" srcId="{D336EB5F-2043-490D-82D7-D00ABA9CBD06}" destId="{7690457A-0C11-44DA-97DE-F9289DEEA408}" srcOrd="0" destOrd="0" presId="urn:microsoft.com/office/officeart/2018/2/layout/IconCircleList"/>
    <dgm:cxn modelId="{6EAD1976-39EC-422D-AF7B-2B9A834175C0}" type="presOf" srcId="{8D9D2E71-B024-4FF7-85EF-D91A0DE1BE3A}" destId="{59A5E991-5209-4312-A73D-465F0CA07A8A}" srcOrd="0" destOrd="0" presId="urn:microsoft.com/office/officeart/2018/2/layout/IconCircleList"/>
    <dgm:cxn modelId="{8D06777C-94FF-4BE9-AAD2-21CD06B09CC6}" type="presOf" srcId="{AAE97BC4-B588-44BF-AB85-0113C54E0BF2}" destId="{6D81FD7E-E0C1-4F4B-941C-0BCC4AC1D36F}" srcOrd="0" destOrd="0" presId="urn:microsoft.com/office/officeart/2018/2/layout/IconCircleList"/>
    <dgm:cxn modelId="{9BC775B7-4281-4FAC-8C39-A4AFAEEB5651}" srcId="{D336EB5F-2043-490D-82D7-D00ABA9CBD06}" destId="{E3C92532-0244-4020-B032-B31E70EDC9D3}" srcOrd="2" destOrd="0" parTransId="{885D1FD0-7D7B-4A8E-AE43-A99E8A6E6787}" sibTransId="{81A31640-B53D-4EF2-90E5-326302178AB3}"/>
    <dgm:cxn modelId="{874DA1C7-650B-42C1-A903-571759CFDC0D}" type="presOf" srcId="{E3C92532-0244-4020-B032-B31E70EDC9D3}" destId="{D287A045-6873-4FA9-B804-EF51ECF8C8DF}" srcOrd="0" destOrd="0" presId="urn:microsoft.com/office/officeart/2018/2/layout/IconCircleList"/>
    <dgm:cxn modelId="{46E260E0-95EB-46DE-BEB2-9B8496EE55DF}" type="presOf" srcId="{875BA58F-E885-4864-9A52-09AB11A0AAE6}" destId="{FA2879F7-59F8-4F0B-B4EB-9D06B35A3E13}" srcOrd="0" destOrd="0" presId="urn:microsoft.com/office/officeart/2018/2/layout/IconCircleList"/>
    <dgm:cxn modelId="{578685EC-0AA4-48BC-A58E-2529781AE571}" srcId="{D336EB5F-2043-490D-82D7-D00ABA9CBD06}" destId="{AAE97BC4-B588-44BF-AB85-0113C54E0BF2}" srcOrd="0" destOrd="0" parTransId="{8EAC1C38-662C-4682-B104-A77D19D70C5D}" sibTransId="{8D9D2E71-B024-4FF7-85EF-D91A0DE1BE3A}"/>
    <dgm:cxn modelId="{34D9DAFD-5CF4-4AEE-B1E5-1658CACBBCDA}" type="presOf" srcId="{81A31640-B53D-4EF2-90E5-326302178AB3}" destId="{4E572B39-60DD-4AD8-B4BA-189CA5CEABB2}" srcOrd="0" destOrd="0" presId="urn:microsoft.com/office/officeart/2018/2/layout/IconCircleList"/>
    <dgm:cxn modelId="{7C1B6844-68D3-4AAB-98B7-24E85AAEDA6C}" type="presParOf" srcId="{7690457A-0C11-44DA-97DE-F9289DEEA408}" destId="{F4207A33-0B0D-4DE2-9DFC-E302D86076B2}" srcOrd="0" destOrd="0" presId="urn:microsoft.com/office/officeart/2018/2/layout/IconCircleList"/>
    <dgm:cxn modelId="{CE4F6B3D-9963-4DB0-846A-8721564596F5}" type="presParOf" srcId="{F4207A33-0B0D-4DE2-9DFC-E302D86076B2}" destId="{67ED08E4-B9AD-4AF8-B4F7-2BFEB309DA16}" srcOrd="0" destOrd="0" presId="urn:microsoft.com/office/officeart/2018/2/layout/IconCircleList"/>
    <dgm:cxn modelId="{72B010FA-DF54-4CC0-8A17-7061A32BD435}" type="presParOf" srcId="{67ED08E4-B9AD-4AF8-B4F7-2BFEB309DA16}" destId="{CE4D4E81-C782-4BEF-885C-9807A3DA34B6}" srcOrd="0" destOrd="0" presId="urn:microsoft.com/office/officeart/2018/2/layout/IconCircleList"/>
    <dgm:cxn modelId="{6A01FEF0-35AE-4068-9C73-E3B1FECAD3BB}" type="presParOf" srcId="{67ED08E4-B9AD-4AF8-B4F7-2BFEB309DA16}" destId="{C2D72C1F-5224-4B0F-A67E-492DC431BB9F}" srcOrd="1" destOrd="0" presId="urn:microsoft.com/office/officeart/2018/2/layout/IconCircleList"/>
    <dgm:cxn modelId="{6CCDAAE7-B91B-40D9-9AB3-248DDC95B765}" type="presParOf" srcId="{67ED08E4-B9AD-4AF8-B4F7-2BFEB309DA16}" destId="{1F8D0A34-3105-49A3-A63B-309F5AB68C10}" srcOrd="2" destOrd="0" presId="urn:microsoft.com/office/officeart/2018/2/layout/IconCircleList"/>
    <dgm:cxn modelId="{853B64CF-CA3B-44F8-AC9B-AAAACE2FB3A3}" type="presParOf" srcId="{67ED08E4-B9AD-4AF8-B4F7-2BFEB309DA16}" destId="{6D81FD7E-E0C1-4F4B-941C-0BCC4AC1D36F}" srcOrd="3" destOrd="0" presId="urn:microsoft.com/office/officeart/2018/2/layout/IconCircleList"/>
    <dgm:cxn modelId="{88F29ED3-F79F-49B9-ADDF-B298C9586DB5}" type="presParOf" srcId="{F4207A33-0B0D-4DE2-9DFC-E302D86076B2}" destId="{59A5E991-5209-4312-A73D-465F0CA07A8A}" srcOrd="1" destOrd="0" presId="urn:microsoft.com/office/officeart/2018/2/layout/IconCircleList"/>
    <dgm:cxn modelId="{7C0E6880-9379-49D8-A98C-B984252FF2E8}" type="presParOf" srcId="{F4207A33-0B0D-4DE2-9DFC-E302D86076B2}" destId="{2A3E3395-6334-4786-AF14-E648ADF5016B}" srcOrd="2" destOrd="0" presId="urn:microsoft.com/office/officeart/2018/2/layout/IconCircleList"/>
    <dgm:cxn modelId="{9D4738A5-E5F6-4251-8B2A-C7315E7E32ED}" type="presParOf" srcId="{2A3E3395-6334-4786-AF14-E648ADF5016B}" destId="{7506227E-2395-4D66-9364-46742C26BC29}" srcOrd="0" destOrd="0" presId="urn:microsoft.com/office/officeart/2018/2/layout/IconCircleList"/>
    <dgm:cxn modelId="{D24515A8-5834-489D-A4ED-DBE1DC5CF602}" type="presParOf" srcId="{2A3E3395-6334-4786-AF14-E648ADF5016B}" destId="{30B4E2A0-6A9B-427C-836F-6FF7E9F60B97}" srcOrd="1" destOrd="0" presId="urn:microsoft.com/office/officeart/2018/2/layout/IconCircleList"/>
    <dgm:cxn modelId="{F3FAE883-28A6-41BC-BC54-A1C2E2D80D77}" type="presParOf" srcId="{2A3E3395-6334-4786-AF14-E648ADF5016B}" destId="{2A43A3BC-490F-4806-9527-B744906EAB46}" srcOrd="2" destOrd="0" presId="urn:microsoft.com/office/officeart/2018/2/layout/IconCircleList"/>
    <dgm:cxn modelId="{130BDBBE-E240-4DC1-984F-D083FC136D8F}" type="presParOf" srcId="{2A3E3395-6334-4786-AF14-E648ADF5016B}" destId="{6A55823F-6A40-473C-BA40-11F6E49D3D28}" srcOrd="3" destOrd="0" presId="urn:microsoft.com/office/officeart/2018/2/layout/IconCircleList"/>
    <dgm:cxn modelId="{DDBBC5EB-8249-4333-A689-72B4AE5712ED}" type="presParOf" srcId="{F4207A33-0B0D-4DE2-9DFC-E302D86076B2}" destId="{BC00F6B4-7A04-4E1D-A68D-47663E5F7246}" srcOrd="3" destOrd="0" presId="urn:microsoft.com/office/officeart/2018/2/layout/IconCircleList"/>
    <dgm:cxn modelId="{2DB94032-F7AB-4374-A208-0FB3E576C218}" type="presParOf" srcId="{F4207A33-0B0D-4DE2-9DFC-E302D86076B2}" destId="{47B59C35-C166-4898-90AB-A8C14AEDF370}" srcOrd="4" destOrd="0" presId="urn:microsoft.com/office/officeart/2018/2/layout/IconCircleList"/>
    <dgm:cxn modelId="{EE47CEEC-F6B4-4088-8187-2CFEE2473BC6}" type="presParOf" srcId="{47B59C35-C166-4898-90AB-A8C14AEDF370}" destId="{86283FF6-06BC-403D-A57F-FA6C292C5FE3}" srcOrd="0" destOrd="0" presId="urn:microsoft.com/office/officeart/2018/2/layout/IconCircleList"/>
    <dgm:cxn modelId="{BB86A36F-6A45-49A3-B33C-0DECC4CFA9E0}" type="presParOf" srcId="{47B59C35-C166-4898-90AB-A8C14AEDF370}" destId="{3C3CF46C-EB8E-46B6-BEBD-EEF46113C87A}" srcOrd="1" destOrd="0" presId="urn:microsoft.com/office/officeart/2018/2/layout/IconCircleList"/>
    <dgm:cxn modelId="{460A71F0-CC0E-4F22-A107-21CCEAC83764}" type="presParOf" srcId="{47B59C35-C166-4898-90AB-A8C14AEDF370}" destId="{B3A0EA98-0316-4DBC-8AD9-EB01317E7D73}" srcOrd="2" destOrd="0" presId="urn:microsoft.com/office/officeart/2018/2/layout/IconCircleList"/>
    <dgm:cxn modelId="{1008DD56-DBFB-47FB-90BD-8D17A5990BBA}" type="presParOf" srcId="{47B59C35-C166-4898-90AB-A8C14AEDF370}" destId="{D287A045-6873-4FA9-B804-EF51ECF8C8DF}" srcOrd="3" destOrd="0" presId="urn:microsoft.com/office/officeart/2018/2/layout/IconCircleList"/>
    <dgm:cxn modelId="{77C337E7-A26D-4143-BFB5-3E8A4A2418C4}" type="presParOf" srcId="{F4207A33-0B0D-4DE2-9DFC-E302D86076B2}" destId="{4E572B39-60DD-4AD8-B4BA-189CA5CEABB2}" srcOrd="5" destOrd="0" presId="urn:microsoft.com/office/officeart/2018/2/layout/IconCircleList"/>
    <dgm:cxn modelId="{5F424BA2-5F8B-431C-A7F9-C335D1E25C59}" type="presParOf" srcId="{F4207A33-0B0D-4DE2-9DFC-E302D86076B2}" destId="{6FCFA1CD-9724-4DF6-A0DB-0004F52CD130}" srcOrd="6" destOrd="0" presId="urn:microsoft.com/office/officeart/2018/2/layout/IconCircleList"/>
    <dgm:cxn modelId="{E27C9AC2-51A5-4C93-AA35-8B1ACE75686D}" type="presParOf" srcId="{6FCFA1CD-9724-4DF6-A0DB-0004F52CD130}" destId="{B00C836A-2C58-41F1-8C6B-511612192226}" srcOrd="0" destOrd="0" presId="urn:microsoft.com/office/officeart/2018/2/layout/IconCircleList"/>
    <dgm:cxn modelId="{5D2DDDB7-FE87-407C-8AC8-4055F92B17CB}" type="presParOf" srcId="{6FCFA1CD-9724-4DF6-A0DB-0004F52CD130}" destId="{C4B67D57-74F1-4E22-852A-27C611604C09}" srcOrd="1" destOrd="0" presId="urn:microsoft.com/office/officeart/2018/2/layout/IconCircleList"/>
    <dgm:cxn modelId="{CEBD820B-71BA-4272-BDCA-96B63665E4F9}" type="presParOf" srcId="{6FCFA1CD-9724-4DF6-A0DB-0004F52CD130}" destId="{CC7E4068-EF62-4564-B309-9880917B94D1}" srcOrd="2" destOrd="0" presId="urn:microsoft.com/office/officeart/2018/2/layout/IconCircleList"/>
    <dgm:cxn modelId="{A0B00A92-C26B-40CF-9057-193200241BB7}" type="presParOf" srcId="{6FCFA1CD-9724-4DF6-A0DB-0004F52CD130}" destId="{FA2879F7-59F8-4F0B-B4EB-9D06B35A3E1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055E7F-9301-461B-A7BA-4B8D4315BB8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C6A25A6-4D43-4504-9433-8396D7233B19}">
      <dgm:prSet/>
      <dgm:spPr/>
      <dgm:t>
        <a:bodyPr/>
        <a:lstStyle/>
        <a:p>
          <a:r>
            <a:rPr lang="en-US"/>
            <a:t>Kwedlo &amp; Czochanski — hybrid MPI/OpenMP for Lloyd + Elkan, Annulus, Drake, Yinyang.</a:t>
          </a:r>
        </a:p>
      </dgm:t>
    </dgm:pt>
    <dgm:pt modelId="{751765A3-0E0D-42CB-9555-A365F0F05DAF}" type="parTrans" cxnId="{5E361E1F-3E60-4605-8C06-3BDEA18402DE}">
      <dgm:prSet/>
      <dgm:spPr/>
      <dgm:t>
        <a:bodyPr/>
        <a:lstStyle/>
        <a:p>
          <a:endParaRPr lang="en-US"/>
        </a:p>
      </dgm:t>
    </dgm:pt>
    <dgm:pt modelId="{A4091EEC-EBC3-4E74-9F73-A0E5416F5F64}" type="sibTrans" cxnId="{5E361E1F-3E60-4605-8C06-3BDEA18402DE}">
      <dgm:prSet/>
      <dgm:spPr/>
      <dgm:t>
        <a:bodyPr/>
        <a:lstStyle/>
        <a:p>
          <a:endParaRPr lang="en-US"/>
        </a:p>
      </dgm:t>
    </dgm:pt>
    <dgm:pt modelId="{65D82CCB-91FB-407E-9353-96F800C6D055}">
      <dgm:prSet/>
      <dgm:spPr/>
      <dgm:t>
        <a:bodyPr/>
        <a:lstStyle/>
        <a:p>
          <a:r>
            <a:rPr lang="en-US"/>
            <a:t>Data-parallel assignment; all-reduce for centroid updates.</a:t>
          </a:r>
        </a:p>
      </dgm:t>
    </dgm:pt>
    <dgm:pt modelId="{B385480B-A68A-45F6-8555-F0B8313BE40E}" type="parTrans" cxnId="{62E1B39D-4E6E-4CF6-9EBE-2C602FECFC89}">
      <dgm:prSet/>
      <dgm:spPr/>
      <dgm:t>
        <a:bodyPr/>
        <a:lstStyle/>
        <a:p>
          <a:endParaRPr lang="en-US"/>
        </a:p>
      </dgm:t>
    </dgm:pt>
    <dgm:pt modelId="{07FBB619-C264-4868-AD0E-7E250FEA1D19}" type="sibTrans" cxnId="{62E1B39D-4E6E-4CF6-9EBE-2C602FECFC89}">
      <dgm:prSet/>
      <dgm:spPr/>
      <dgm:t>
        <a:bodyPr/>
        <a:lstStyle/>
        <a:p>
          <a:endParaRPr lang="en-US"/>
        </a:p>
      </dgm:t>
    </dgm:pt>
    <dgm:pt modelId="{30594C9A-544D-4C67-A3B6-D4BC047C85E1}">
      <dgm:prSet/>
      <dgm:spPr/>
      <dgm:t>
        <a:bodyPr/>
        <a:lstStyle/>
        <a:p>
          <a:r>
            <a:rPr lang="en-US"/>
            <a:t>Compared static vs guided OpenMP on large-scale hardware.</a:t>
          </a:r>
        </a:p>
      </dgm:t>
    </dgm:pt>
    <dgm:pt modelId="{7C51FA07-C66F-452F-B63A-ED14EF81B9E7}" type="parTrans" cxnId="{4F3DF20F-EAEB-4B94-BBDA-0B87DC3A5BD1}">
      <dgm:prSet/>
      <dgm:spPr/>
      <dgm:t>
        <a:bodyPr/>
        <a:lstStyle/>
        <a:p>
          <a:endParaRPr lang="en-US"/>
        </a:p>
      </dgm:t>
    </dgm:pt>
    <dgm:pt modelId="{04F385DB-407D-4395-91C7-72A47025C24F}" type="sibTrans" cxnId="{4F3DF20F-EAEB-4B94-BBDA-0B87DC3A5BD1}">
      <dgm:prSet/>
      <dgm:spPr/>
      <dgm:t>
        <a:bodyPr/>
        <a:lstStyle/>
        <a:p>
          <a:endParaRPr lang="en-US"/>
        </a:p>
      </dgm:t>
    </dgm:pt>
    <dgm:pt modelId="{64505048-C90F-47C1-9BD7-E1A02CC5F95E}">
      <dgm:prSet/>
      <dgm:spPr/>
      <dgm:t>
        <a:bodyPr/>
        <a:lstStyle/>
        <a:p>
          <a:r>
            <a:rPr lang="en-US"/>
            <a:t>Our work: same codebase, workstation / WSL, two focused gaps.</a:t>
          </a:r>
        </a:p>
      </dgm:t>
    </dgm:pt>
    <dgm:pt modelId="{BA5EA3CE-7741-46CF-A465-9245485C6AE0}" type="parTrans" cxnId="{C1791068-FA99-40C6-8301-504E18D18E89}">
      <dgm:prSet/>
      <dgm:spPr/>
      <dgm:t>
        <a:bodyPr/>
        <a:lstStyle/>
        <a:p>
          <a:endParaRPr lang="en-US"/>
        </a:p>
      </dgm:t>
    </dgm:pt>
    <dgm:pt modelId="{A2C35B7F-8B17-4C57-BDF6-B54B80708955}" type="sibTrans" cxnId="{C1791068-FA99-40C6-8301-504E18D18E89}">
      <dgm:prSet/>
      <dgm:spPr/>
      <dgm:t>
        <a:bodyPr/>
        <a:lstStyle/>
        <a:p>
          <a:endParaRPr lang="en-US"/>
        </a:p>
      </dgm:t>
    </dgm:pt>
    <dgm:pt modelId="{13B57DA7-3210-4304-91D5-FC07758CA2A4}" type="pres">
      <dgm:prSet presAssocID="{97055E7F-9301-461B-A7BA-4B8D4315BB85}" presName="diagram" presStyleCnt="0">
        <dgm:presLayoutVars>
          <dgm:dir/>
          <dgm:resizeHandles val="exact"/>
        </dgm:presLayoutVars>
      </dgm:prSet>
      <dgm:spPr/>
    </dgm:pt>
    <dgm:pt modelId="{7628FE8F-027C-4A8C-BC59-7107916E126C}" type="pres">
      <dgm:prSet presAssocID="{9C6A25A6-4D43-4504-9433-8396D7233B19}" presName="node" presStyleLbl="node1" presStyleIdx="0" presStyleCnt="4">
        <dgm:presLayoutVars>
          <dgm:bulletEnabled val="1"/>
        </dgm:presLayoutVars>
      </dgm:prSet>
      <dgm:spPr/>
    </dgm:pt>
    <dgm:pt modelId="{C51C437D-8C1C-4CBA-B215-7D373B4112A9}" type="pres">
      <dgm:prSet presAssocID="{A4091EEC-EBC3-4E74-9F73-A0E5416F5F64}" presName="sibTrans" presStyleCnt="0"/>
      <dgm:spPr/>
    </dgm:pt>
    <dgm:pt modelId="{CF566324-A097-4B9B-AA90-F41664F335B7}" type="pres">
      <dgm:prSet presAssocID="{65D82CCB-91FB-407E-9353-96F800C6D055}" presName="node" presStyleLbl="node1" presStyleIdx="1" presStyleCnt="4">
        <dgm:presLayoutVars>
          <dgm:bulletEnabled val="1"/>
        </dgm:presLayoutVars>
      </dgm:prSet>
      <dgm:spPr/>
    </dgm:pt>
    <dgm:pt modelId="{D3AF3C3C-47CA-4AD1-8E89-8C7477FD95AB}" type="pres">
      <dgm:prSet presAssocID="{07FBB619-C264-4868-AD0E-7E250FEA1D19}" presName="sibTrans" presStyleCnt="0"/>
      <dgm:spPr/>
    </dgm:pt>
    <dgm:pt modelId="{E311347E-366A-4AAF-906A-176F0BC0A7F9}" type="pres">
      <dgm:prSet presAssocID="{30594C9A-544D-4C67-A3B6-D4BC047C85E1}" presName="node" presStyleLbl="node1" presStyleIdx="2" presStyleCnt="4">
        <dgm:presLayoutVars>
          <dgm:bulletEnabled val="1"/>
        </dgm:presLayoutVars>
      </dgm:prSet>
      <dgm:spPr/>
    </dgm:pt>
    <dgm:pt modelId="{2D3A83FA-50C5-4C9E-A597-79F068879B11}" type="pres">
      <dgm:prSet presAssocID="{04F385DB-407D-4395-91C7-72A47025C24F}" presName="sibTrans" presStyleCnt="0"/>
      <dgm:spPr/>
    </dgm:pt>
    <dgm:pt modelId="{C5F4B09E-5504-4BEF-B849-0F46F389DCD8}" type="pres">
      <dgm:prSet presAssocID="{64505048-C90F-47C1-9BD7-E1A02CC5F95E}" presName="node" presStyleLbl="node1" presStyleIdx="3" presStyleCnt="4">
        <dgm:presLayoutVars>
          <dgm:bulletEnabled val="1"/>
        </dgm:presLayoutVars>
      </dgm:prSet>
      <dgm:spPr/>
    </dgm:pt>
  </dgm:ptLst>
  <dgm:cxnLst>
    <dgm:cxn modelId="{4F3DF20F-EAEB-4B94-BBDA-0B87DC3A5BD1}" srcId="{97055E7F-9301-461B-A7BA-4B8D4315BB85}" destId="{30594C9A-544D-4C67-A3B6-D4BC047C85E1}" srcOrd="2" destOrd="0" parTransId="{7C51FA07-C66F-452F-B63A-ED14EF81B9E7}" sibTransId="{04F385DB-407D-4395-91C7-72A47025C24F}"/>
    <dgm:cxn modelId="{B4F31815-6533-4885-8401-27B1264F716A}" type="presOf" srcId="{65D82CCB-91FB-407E-9353-96F800C6D055}" destId="{CF566324-A097-4B9B-AA90-F41664F335B7}" srcOrd="0" destOrd="0" presId="urn:microsoft.com/office/officeart/2005/8/layout/default"/>
    <dgm:cxn modelId="{5E361E1F-3E60-4605-8C06-3BDEA18402DE}" srcId="{97055E7F-9301-461B-A7BA-4B8D4315BB85}" destId="{9C6A25A6-4D43-4504-9433-8396D7233B19}" srcOrd="0" destOrd="0" parTransId="{751765A3-0E0D-42CB-9555-A365F0F05DAF}" sibTransId="{A4091EEC-EBC3-4E74-9F73-A0E5416F5F64}"/>
    <dgm:cxn modelId="{2C424A30-4A5C-421C-8834-FF5B99EF9CC3}" type="presOf" srcId="{64505048-C90F-47C1-9BD7-E1A02CC5F95E}" destId="{C5F4B09E-5504-4BEF-B849-0F46F389DCD8}" srcOrd="0" destOrd="0" presId="urn:microsoft.com/office/officeart/2005/8/layout/default"/>
    <dgm:cxn modelId="{C1791068-FA99-40C6-8301-504E18D18E89}" srcId="{97055E7F-9301-461B-A7BA-4B8D4315BB85}" destId="{64505048-C90F-47C1-9BD7-E1A02CC5F95E}" srcOrd="3" destOrd="0" parTransId="{BA5EA3CE-7741-46CF-A465-9245485C6AE0}" sibTransId="{A2C35B7F-8B17-4C57-BDF6-B54B80708955}"/>
    <dgm:cxn modelId="{741D1C7F-1BA3-492E-A4A4-46215F630C9B}" type="presOf" srcId="{30594C9A-544D-4C67-A3B6-D4BC047C85E1}" destId="{E311347E-366A-4AAF-906A-176F0BC0A7F9}" srcOrd="0" destOrd="0" presId="urn:microsoft.com/office/officeart/2005/8/layout/default"/>
    <dgm:cxn modelId="{772A318D-BA45-4FB7-9244-EF211A1331D7}" type="presOf" srcId="{9C6A25A6-4D43-4504-9433-8396D7233B19}" destId="{7628FE8F-027C-4A8C-BC59-7107916E126C}" srcOrd="0" destOrd="0" presId="urn:microsoft.com/office/officeart/2005/8/layout/default"/>
    <dgm:cxn modelId="{62E1B39D-4E6E-4CF6-9EBE-2C602FECFC89}" srcId="{97055E7F-9301-461B-A7BA-4B8D4315BB85}" destId="{65D82CCB-91FB-407E-9353-96F800C6D055}" srcOrd="1" destOrd="0" parTransId="{B385480B-A68A-45F6-8555-F0B8313BE40E}" sibTransId="{07FBB619-C264-4868-AD0E-7E250FEA1D19}"/>
    <dgm:cxn modelId="{5F9A44B1-BDE9-4080-BA72-9E15851F5071}" type="presOf" srcId="{97055E7F-9301-461B-A7BA-4B8D4315BB85}" destId="{13B57DA7-3210-4304-91D5-FC07758CA2A4}" srcOrd="0" destOrd="0" presId="urn:microsoft.com/office/officeart/2005/8/layout/default"/>
    <dgm:cxn modelId="{527B068A-BECA-4077-BF14-F50A67E0995D}" type="presParOf" srcId="{13B57DA7-3210-4304-91D5-FC07758CA2A4}" destId="{7628FE8F-027C-4A8C-BC59-7107916E126C}" srcOrd="0" destOrd="0" presId="urn:microsoft.com/office/officeart/2005/8/layout/default"/>
    <dgm:cxn modelId="{02D8947A-521B-4FCA-8EFC-EBE9D7BEAEA3}" type="presParOf" srcId="{13B57DA7-3210-4304-91D5-FC07758CA2A4}" destId="{C51C437D-8C1C-4CBA-B215-7D373B4112A9}" srcOrd="1" destOrd="0" presId="urn:microsoft.com/office/officeart/2005/8/layout/default"/>
    <dgm:cxn modelId="{B620F49B-6D4E-445F-BBD2-8FEF9EB93051}" type="presParOf" srcId="{13B57DA7-3210-4304-91D5-FC07758CA2A4}" destId="{CF566324-A097-4B9B-AA90-F41664F335B7}" srcOrd="2" destOrd="0" presId="urn:microsoft.com/office/officeart/2005/8/layout/default"/>
    <dgm:cxn modelId="{064A0731-42C6-4A94-8611-A6845DB83B27}" type="presParOf" srcId="{13B57DA7-3210-4304-91D5-FC07758CA2A4}" destId="{D3AF3C3C-47CA-4AD1-8E89-8C7477FD95AB}" srcOrd="3" destOrd="0" presId="urn:microsoft.com/office/officeart/2005/8/layout/default"/>
    <dgm:cxn modelId="{A5764BD0-83E0-4EF6-ADED-178EDCBD0702}" type="presParOf" srcId="{13B57DA7-3210-4304-91D5-FC07758CA2A4}" destId="{E311347E-366A-4AAF-906A-176F0BC0A7F9}" srcOrd="4" destOrd="0" presId="urn:microsoft.com/office/officeart/2005/8/layout/default"/>
    <dgm:cxn modelId="{AF851130-942D-4DBE-9CE0-700EFF87C9F0}" type="presParOf" srcId="{13B57DA7-3210-4304-91D5-FC07758CA2A4}" destId="{2D3A83FA-50C5-4C9E-A597-79F068879B11}" srcOrd="5" destOrd="0" presId="urn:microsoft.com/office/officeart/2005/8/layout/default"/>
    <dgm:cxn modelId="{BB1DF2C9-367A-4A89-95E1-BA6D090847EA}" type="presParOf" srcId="{13B57DA7-3210-4304-91D5-FC07758CA2A4}" destId="{C5F4B09E-5504-4BEF-B849-0F46F389DCD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7A3369-F569-49E3-A245-E5BA9AB693F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0591D9-1D00-4C26-ABD9-85141663FF7D}">
      <dgm:prSet/>
      <dgm:spPr/>
      <dgm:t>
        <a:bodyPr/>
        <a:lstStyle/>
        <a:p>
          <a:r>
            <a:rPr lang="en-US"/>
            <a:t>1) Gap 1: Static-oriented build vs guided build (DYNAMIC=y) for Elkan.</a:t>
          </a:r>
        </a:p>
      </dgm:t>
    </dgm:pt>
    <dgm:pt modelId="{34E87587-09FE-47DA-881D-49939BDBD388}" type="parTrans" cxnId="{DB36305C-4B29-4736-AD0E-A58A3CD0C2D2}">
      <dgm:prSet/>
      <dgm:spPr/>
      <dgm:t>
        <a:bodyPr/>
        <a:lstStyle/>
        <a:p>
          <a:endParaRPr lang="en-US"/>
        </a:p>
      </dgm:t>
    </dgm:pt>
    <dgm:pt modelId="{A52F71AD-21B2-497D-88A3-05F5132671C3}" type="sibTrans" cxnId="{DB36305C-4B29-4736-AD0E-A58A3CD0C2D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BFB46409-71C4-42A6-961E-39250CC59ED1}">
      <dgm:prSet/>
      <dgm:spPr/>
      <dgm:t>
        <a:bodyPr/>
        <a:lstStyle/>
        <a:p>
          <a:r>
            <a:rPr lang="en-US"/>
            <a:t>Vary OMP_NUM_THREADS on one medium dataset (e.g. N=200k, M=128, K=256).</a:t>
          </a:r>
        </a:p>
      </dgm:t>
    </dgm:pt>
    <dgm:pt modelId="{88C0FC42-4877-478C-ABD5-DF642273FA16}" type="parTrans" cxnId="{77AF5AAD-06C4-480A-BDAE-7D2BB0976C43}">
      <dgm:prSet/>
      <dgm:spPr/>
      <dgm:t>
        <a:bodyPr/>
        <a:lstStyle/>
        <a:p>
          <a:endParaRPr lang="en-US"/>
        </a:p>
      </dgm:t>
    </dgm:pt>
    <dgm:pt modelId="{A59A990B-837C-4DD6-818E-5B6FCBCBE32F}" type="sibTrans" cxnId="{77AF5AAD-06C4-480A-BDAE-7D2BB0976C43}">
      <dgm:prSet/>
      <dgm:spPr/>
      <dgm:t>
        <a:bodyPr/>
        <a:lstStyle/>
        <a:p>
          <a:endParaRPr lang="en-US"/>
        </a:p>
      </dgm:t>
    </dgm:pt>
    <dgm:pt modelId="{922F15C9-D706-442C-8643-CE02DCDB5963}">
      <dgm:prSet/>
      <dgm:spPr/>
      <dgm:t>
        <a:bodyPr/>
        <a:lstStyle/>
        <a:p>
          <a:r>
            <a:rPr lang="en-US"/>
            <a:t>2) Gap 2: Vary feature dimension M on synthetic .bin data (N=100k, K=256, T=8).</a:t>
          </a:r>
        </a:p>
      </dgm:t>
    </dgm:pt>
    <dgm:pt modelId="{15D331EF-5890-4B20-898C-1C2ACB5C75A1}" type="parTrans" cxnId="{19EE208B-8B42-4A9D-BE7B-9697CE8593CA}">
      <dgm:prSet/>
      <dgm:spPr/>
      <dgm:t>
        <a:bodyPr/>
        <a:lstStyle/>
        <a:p>
          <a:endParaRPr lang="en-US"/>
        </a:p>
      </dgm:t>
    </dgm:pt>
    <dgm:pt modelId="{B881F0CF-CA05-4B07-976D-2031F492C173}" type="sibTrans" cxnId="{19EE208B-8B42-4A9D-BE7B-9697CE8593C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7447D61-1744-4985-B2A8-5724F6C5678D}">
      <dgm:prSet/>
      <dgm:spPr/>
      <dgm:t>
        <a:bodyPr/>
        <a:lstStyle/>
        <a:p>
          <a:r>
            <a:rPr lang="en-US"/>
            <a:t>Track Avg distance calculations ratio and naive vs Elkan runtime.</a:t>
          </a:r>
        </a:p>
      </dgm:t>
    </dgm:pt>
    <dgm:pt modelId="{FC29FD02-D152-4226-91CE-C93686EA8316}" type="parTrans" cxnId="{901F8C23-CA11-42CE-A692-3653E0325996}">
      <dgm:prSet/>
      <dgm:spPr/>
      <dgm:t>
        <a:bodyPr/>
        <a:lstStyle/>
        <a:p>
          <a:endParaRPr lang="en-US"/>
        </a:p>
      </dgm:t>
    </dgm:pt>
    <dgm:pt modelId="{A5DF5BBA-09D3-461D-BAF6-C909348E1CC8}" type="sibTrans" cxnId="{901F8C23-CA11-42CE-A692-3653E0325996}">
      <dgm:prSet/>
      <dgm:spPr/>
      <dgm:t>
        <a:bodyPr/>
        <a:lstStyle/>
        <a:p>
          <a:endParaRPr lang="en-US"/>
        </a:p>
      </dgm:t>
    </dgm:pt>
    <dgm:pt modelId="{82350743-6BDA-48CB-958E-E4D4FC2AA9DF}">
      <dgm:prSet/>
      <dgm:spPr/>
      <dgm:t>
        <a:bodyPr/>
        <a:lstStyle/>
        <a:p>
          <a:r>
            <a:rPr lang="en-US"/>
            <a:t>Out of scope: multi-node MPI, GPU, modifying authors’ core C++.</a:t>
          </a:r>
        </a:p>
      </dgm:t>
    </dgm:pt>
    <dgm:pt modelId="{9DBA0E17-9877-4D95-AA35-2B5D816236A8}" type="parTrans" cxnId="{F736FA7E-DEC3-4AC4-AEC3-F649FE71CAD9}">
      <dgm:prSet/>
      <dgm:spPr/>
      <dgm:t>
        <a:bodyPr/>
        <a:lstStyle/>
        <a:p>
          <a:endParaRPr lang="en-US"/>
        </a:p>
      </dgm:t>
    </dgm:pt>
    <dgm:pt modelId="{3BBAF9D7-5000-46DE-9DEB-A337D37E0572}" type="sibTrans" cxnId="{F736FA7E-DEC3-4AC4-AEC3-F649FE71CAD9}">
      <dgm:prSet/>
      <dgm:spPr/>
      <dgm:t>
        <a:bodyPr/>
        <a:lstStyle/>
        <a:p>
          <a:endParaRPr lang="en-US"/>
        </a:p>
      </dgm:t>
    </dgm:pt>
    <dgm:pt modelId="{A3077EFA-77F4-42A3-A608-A3BD6DB560A3}" type="pres">
      <dgm:prSet presAssocID="{BC7A3369-F569-49E3-A245-E5BA9AB693FD}" presName="Name0" presStyleCnt="0">
        <dgm:presLayoutVars>
          <dgm:animLvl val="lvl"/>
          <dgm:resizeHandles val="exact"/>
        </dgm:presLayoutVars>
      </dgm:prSet>
      <dgm:spPr/>
    </dgm:pt>
    <dgm:pt modelId="{A1BA7140-A677-470E-84D0-73CD265147D8}" type="pres">
      <dgm:prSet presAssocID="{900591D9-1D00-4C26-ABD9-85141663FF7D}" presName="compositeNode" presStyleCnt="0">
        <dgm:presLayoutVars>
          <dgm:bulletEnabled val="1"/>
        </dgm:presLayoutVars>
      </dgm:prSet>
      <dgm:spPr/>
    </dgm:pt>
    <dgm:pt modelId="{8A417217-E1FB-4A57-BDD5-E2136F401034}" type="pres">
      <dgm:prSet presAssocID="{900591D9-1D00-4C26-ABD9-85141663FF7D}" presName="bgRect" presStyleLbl="alignNode1" presStyleIdx="0" presStyleCnt="2"/>
      <dgm:spPr/>
    </dgm:pt>
    <dgm:pt modelId="{D7C47E5E-1436-405B-98B9-6CAACFEFBA42}" type="pres">
      <dgm:prSet presAssocID="{A52F71AD-21B2-497D-88A3-05F5132671C3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B9DA211C-A8B0-414C-87E1-DF147193CE67}" type="pres">
      <dgm:prSet presAssocID="{900591D9-1D00-4C26-ABD9-85141663FF7D}" presName="nodeRect" presStyleLbl="alignNode1" presStyleIdx="0" presStyleCnt="2">
        <dgm:presLayoutVars>
          <dgm:bulletEnabled val="1"/>
        </dgm:presLayoutVars>
      </dgm:prSet>
      <dgm:spPr/>
    </dgm:pt>
    <dgm:pt modelId="{61EFCBF4-1E72-4BE7-875A-A4880EC2750A}" type="pres">
      <dgm:prSet presAssocID="{A52F71AD-21B2-497D-88A3-05F5132671C3}" presName="sibTrans" presStyleCnt="0"/>
      <dgm:spPr/>
    </dgm:pt>
    <dgm:pt modelId="{36FB4A55-B503-4EE8-AD1E-51749A92519A}" type="pres">
      <dgm:prSet presAssocID="{922F15C9-D706-442C-8643-CE02DCDB5963}" presName="compositeNode" presStyleCnt="0">
        <dgm:presLayoutVars>
          <dgm:bulletEnabled val="1"/>
        </dgm:presLayoutVars>
      </dgm:prSet>
      <dgm:spPr/>
    </dgm:pt>
    <dgm:pt modelId="{CE105AE4-2F45-43B8-BE94-8FB5A96C09B3}" type="pres">
      <dgm:prSet presAssocID="{922F15C9-D706-442C-8643-CE02DCDB5963}" presName="bgRect" presStyleLbl="alignNode1" presStyleIdx="1" presStyleCnt="2"/>
      <dgm:spPr/>
    </dgm:pt>
    <dgm:pt modelId="{AE58D6F8-9FA0-4CF4-B125-E6D19E912554}" type="pres">
      <dgm:prSet presAssocID="{B881F0CF-CA05-4B07-976D-2031F492C173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7FB6F9D5-F2EC-460A-92B1-2DAAAD6EADDC}" type="pres">
      <dgm:prSet presAssocID="{922F15C9-D706-442C-8643-CE02DCDB5963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BADFE71E-ABA8-42EB-B9DF-183988A94CE8}" type="presOf" srcId="{17447D61-1744-4985-B2A8-5724F6C5678D}" destId="{7FB6F9D5-F2EC-460A-92B1-2DAAAD6EADDC}" srcOrd="0" destOrd="1" presId="urn:microsoft.com/office/officeart/2016/7/layout/LinearBlockProcessNumbered"/>
    <dgm:cxn modelId="{901F8C23-CA11-42CE-A692-3653E0325996}" srcId="{922F15C9-D706-442C-8643-CE02DCDB5963}" destId="{17447D61-1744-4985-B2A8-5724F6C5678D}" srcOrd="0" destOrd="0" parTransId="{FC29FD02-D152-4226-91CE-C93686EA8316}" sibTransId="{A5DF5BBA-09D3-461D-BAF6-C909348E1CC8}"/>
    <dgm:cxn modelId="{D7653130-DBA0-4182-92BD-C5C26CAE18DC}" type="presOf" srcId="{900591D9-1D00-4C26-ABD9-85141663FF7D}" destId="{8A417217-E1FB-4A57-BDD5-E2136F401034}" srcOrd="0" destOrd="0" presId="urn:microsoft.com/office/officeart/2016/7/layout/LinearBlockProcessNumbered"/>
    <dgm:cxn modelId="{5536DE5B-5559-4F7B-9EDD-3D96E4343AFD}" type="presOf" srcId="{BC7A3369-F569-49E3-A245-E5BA9AB693FD}" destId="{A3077EFA-77F4-42A3-A608-A3BD6DB560A3}" srcOrd="0" destOrd="0" presId="urn:microsoft.com/office/officeart/2016/7/layout/LinearBlockProcessNumbered"/>
    <dgm:cxn modelId="{DB36305C-4B29-4736-AD0E-A58A3CD0C2D2}" srcId="{BC7A3369-F569-49E3-A245-E5BA9AB693FD}" destId="{900591D9-1D00-4C26-ABD9-85141663FF7D}" srcOrd="0" destOrd="0" parTransId="{34E87587-09FE-47DA-881D-49939BDBD388}" sibTransId="{A52F71AD-21B2-497D-88A3-05F5132671C3}"/>
    <dgm:cxn modelId="{71077262-8A10-4AC7-B5E2-DA60E5A0076B}" type="presOf" srcId="{82350743-6BDA-48CB-958E-E4D4FC2AA9DF}" destId="{7FB6F9D5-F2EC-460A-92B1-2DAAAD6EADDC}" srcOrd="0" destOrd="2" presId="urn:microsoft.com/office/officeart/2016/7/layout/LinearBlockProcessNumbered"/>
    <dgm:cxn modelId="{E70ED167-E55F-40F5-8337-173D7C61932B}" type="presOf" srcId="{A52F71AD-21B2-497D-88A3-05F5132671C3}" destId="{D7C47E5E-1436-405B-98B9-6CAACFEFBA42}" srcOrd="0" destOrd="0" presId="urn:microsoft.com/office/officeart/2016/7/layout/LinearBlockProcessNumbered"/>
    <dgm:cxn modelId="{D8519178-12F7-47AA-80C9-08A8682ADD98}" type="presOf" srcId="{922F15C9-D706-442C-8643-CE02DCDB5963}" destId="{7FB6F9D5-F2EC-460A-92B1-2DAAAD6EADDC}" srcOrd="1" destOrd="0" presId="urn:microsoft.com/office/officeart/2016/7/layout/LinearBlockProcessNumbered"/>
    <dgm:cxn modelId="{F736FA7E-DEC3-4AC4-AEC3-F649FE71CAD9}" srcId="{922F15C9-D706-442C-8643-CE02DCDB5963}" destId="{82350743-6BDA-48CB-958E-E4D4FC2AA9DF}" srcOrd="1" destOrd="0" parTransId="{9DBA0E17-9877-4D95-AA35-2B5D816236A8}" sibTransId="{3BBAF9D7-5000-46DE-9DEB-A337D37E0572}"/>
    <dgm:cxn modelId="{19EE208B-8B42-4A9D-BE7B-9697CE8593CA}" srcId="{BC7A3369-F569-49E3-A245-E5BA9AB693FD}" destId="{922F15C9-D706-442C-8643-CE02DCDB5963}" srcOrd="1" destOrd="0" parTransId="{15D331EF-5890-4B20-898C-1C2ACB5C75A1}" sibTransId="{B881F0CF-CA05-4B07-976D-2031F492C173}"/>
    <dgm:cxn modelId="{D208ADA6-24D0-4CBC-90BC-263D33E5DBBF}" type="presOf" srcId="{BFB46409-71C4-42A6-961E-39250CC59ED1}" destId="{B9DA211C-A8B0-414C-87E1-DF147193CE67}" srcOrd="0" destOrd="1" presId="urn:microsoft.com/office/officeart/2016/7/layout/LinearBlockProcessNumbered"/>
    <dgm:cxn modelId="{77AF5AAD-06C4-480A-BDAE-7D2BB0976C43}" srcId="{900591D9-1D00-4C26-ABD9-85141663FF7D}" destId="{BFB46409-71C4-42A6-961E-39250CC59ED1}" srcOrd="0" destOrd="0" parTransId="{88C0FC42-4877-478C-ABD5-DF642273FA16}" sibTransId="{A59A990B-837C-4DD6-818E-5B6FCBCBE32F}"/>
    <dgm:cxn modelId="{DBDD0BB7-7544-4F60-BCCA-833B1FADD321}" type="presOf" srcId="{900591D9-1D00-4C26-ABD9-85141663FF7D}" destId="{B9DA211C-A8B0-414C-87E1-DF147193CE67}" srcOrd="1" destOrd="0" presId="urn:microsoft.com/office/officeart/2016/7/layout/LinearBlockProcessNumbered"/>
    <dgm:cxn modelId="{08A0BDBA-1E94-4833-8633-5227D9EF2F09}" type="presOf" srcId="{B881F0CF-CA05-4B07-976D-2031F492C173}" destId="{AE58D6F8-9FA0-4CF4-B125-E6D19E912554}" srcOrd="0" destOrd="0" presId="urn:microsoft.com/office/officeart/2016/7/layout/LinearBlockProcessNumbered"/>
    <dgm:cxn modelId="{CE99D6FA-19D5-42F6-A927-B645A68863BD}" type="presOf" srcId="{922F15C9-D706-442C-8643-CE02DCDB5963}" destId="{CE105AE4-2F45-43B8-BE94-8FB5A96C09B3}" srcOrd="0" destOrd="0" presId="urn:microsoft.com/office/officeart/2016/7/layout/LinearBlockProcessNumbered"/>
    <dgm:cxn modelId="{3AC4568D-8E07-4750-9569-B345BE2347F0}" type="presParOf" srcId="{A3077EFA-77F4-42A3-A608-A3BD6DB560A3}" destId="{A1BA7140-A677-470E-84D0-73CD265147D8}" srcOrd="0" destOrd="0" presId="urn:microsoft.com/office/officeart/2016/7/layout/LinearBlockProcessNumbered"/>
    <dgm:cxn modelId="{CDDA00B9-A3DB-43AD-AD57-6E42FBD15039}" type="presParOf" srcId="{A1BA7140-A677-470E-84D0-73CD265147D8}" destId="{8A417217-E1FB-4A57-BDD5-E2136F401034}" srcOrd="0" destOrd="0" presId="urn:microsoft.com/office/officeart/2016/7/layout/LinearBlockProcessNumbered"/>
    <dgm:cxn modelId="{6C066410-5290-46BA-9293-38EC092B0F97}" type="presParOf" srcId="{A1BA7140-A677-470E-84D0-73CD265147D8}" destId="{D7C47E5E-1436-405B-98B9-6CAACFEFBA42}" srcOrd="1" destOrd="0" presId="urn:microsoft.com/office/officeart/2016/7/layout/LinearBlockProcessNumbered"/>
    <dgm:cxn modelId="{69DB8F02-1B4F-46AD-9673-12CA031E441F}" type="presParOf" srcId="{A1BA7140-A677-470E-84D0-73CD265147D8}" destId="{B9DA211C-A8B0-414C-87E1-DF147193CE67}" srcOrd="2" destOrd="0" presId="urn:microsoft.com/office/officeart/2016/7/layout/LinearBlockProcessNumbered"/>
    <dgm:cxn modelId="{02A1E2B1-AFBA-4B4C-8146-4D0E7B42F89B}" type="presParOf" srcId="{A3077EFA-77F4-42A3-A608-A3BD6DB560A3}" destId="{61EFCBF4-1E72-4BE7-875A-A4880EC2750A}" srcOrd="1" destOrd="0" presId="urn:microsoft.com/office/officeart/2016/7/layout/LinearBlockProcessNumbered"/>
    <dgm:cxn modelId="{AE46926C-6455-4929-AB42-2DA1B3BEB476}" type="presParOf" srcId="{A3077EFA-77F4-42A3-A608-A3BD6DB560A3}" destId="{36FB4A55-B503-4EE8-AD1E-51749A92519A}" srcOrd="2" destOrd="0" presId="urn:microsoft.com/office/officeart/2016/7/layout/LinearBlockProcessNumbered"/>
    <dgm:cxn modelId="{BEA70482-25E6-4260-98B3-30935BDD1464}" type="presParOf" srcId="{36FB4A55-B503-4EE8-AD1E-51749A92519A}" destId="{CE105AE4-2F45-43B8-BE94-8FB5A96C09B3}" srcOrd="0" destOrd="0" presId="urn:microsoft.com/office/officeart/2016/7/layout/LinearBlockProcessNumbered"/>
    <dgm:cxn modelId="{19EB1987-142F-4AA5-A7CD-752E2497012A}" type="presParOf" srcId="{36FB4A55-B503-4EE8-AD1E-51749A92519A}" destId="{AE58D6F8-9FA0-4CF4-B125-E6D19E912554}" srcOrd="1" destOrd="0" presId="urn:microsoft.com/office/officeart/2016/7/layout/LinearBlockProcessNumbered"/>
    <dgm:cxn modelId="{35986D24-D7D2-4DF5-9C1E-92F04F05B346}" type="presParOf" srcId="{36FB4A55-B503-4EE8-AD1E-51749A92519A}" destId="{7FB6F9D5-F2EC-460A-92B1-2DAAAD6EADD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C61154-B803-464A-8734-B4BA329B1FEC}" type="doc">
      <dgm:prSet loTypeId="urn:microsoft.com/office/officeart/2005/8/layout/vList5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2DA582C-A6D6-401F-9BA7-DDEB348E6DB6}">
      <dgm:prSet/>
      <dgm:spPr/>
      <dgm:t>
        <a:bodyPr/>
        <a:lstStyle/>
        <a:p>
          <a:r>
            <a:rPr lang="en-US"/>
            <a:t>1) Show dataset binary format (optional: ls -lh experiments/data_gap3/).</a:t>
          </a:r>
        </a:p>
      </dgm:t>
    </dgm:pt>
    <dgm:pt modelId="{8E37CA71-5C5E-4F30-9B83-19E006AED98C}" type="parTrans" cxnId="{A7BF2F2F-3300-496F-A670-41B4D711717C}">
      <dgm:prSet/>
      <dgm:spPr/>
      <dgm:t>
        <a:bodyPr/>
        <a:lstStyle/>
        <a:p>
          <a:endParaRPr lang="en-US"/>
        </a:p>
      </dgm:t>
    </dgm:pt>
    <dgm:pt modelId="{73132D3D-0F8B-4FA6-9768-CC0A2EB0F5A2}" type="sibTrans" cxnId="{A7BF2F2F-3300-496F-A670-41B4D711717C}">
      <dgm:prSet/>
      <dgm:spPr/>
      <dgm:t>
        <a:bodyPr/>
        <a:lstStyle/>
        <a:p>
          <a:endParaRPr lang="en-US"/>
        </a:p>
      </dgm:t>
    </dgm:pt>
    <dgm:pt modelId="{0FDD38F5-CE88-43DC-A48D-F2F50A9B39A8}">
      <dgm:prSet/>
      <dgm:spPr/>
      <dgm:t>
        <a:bodyPr/>
        <a:lstStyle/>
        <a:p>
          <a:r>
            <a:rPr lang="en-US"/>
            <a:t>2) One short run: kmeans_static_gap1 &lt;file.bin&gt; -a elkan -c 256 -r 42 -R 1e-4</a:t>
          </a:r>
        </a:p>
      </dgm:t>
    </dgm:pt>
    <dgm:pt modelId="{911D5D82-C9A0-42C7-8203-3248DCCC3D10}" type="parTrans" cxnId="{639AA461-B4CA-4BC7-B54D-3D25BF037990}">
      <dgm:prSet/>
      <dgm:spPr/>
      <dgm:t>
        <a:bodyPr/>
        <a:lstStyle/>
        <a:p>
          <a:endParaRPr lang="en-US"/>
        </a:p>
      </dgm:t>
    </dgm:pt>
    <dgm:pt modelId="{568E1EE0-95C8-4CDF-A74F-EC72371599F7}" type="sibTrans" cxnId="{639AA461-B4CA-4BC7-B54D-3D25BF037990}">
      <dgm:prSet/>
      <dgm:spPr/>
      <dgm:t>
        <a:bodyPr/>
        <a:lstStyle/>
        <a:p>
          <a:endParaRPr lang="en-US"/>
        </a:p>
      </dgm:t>
    </dgm:pt>
    <dgm:pt modelId="{1C2AA529-E695-426F-81C1-87ADA3C0AD6D}">
      <dgm:prSet/>
      <dgm:spPr/>
      <dgm:t>
        <a:bodyPr/>
        <a:lstStyle/>
        <a:p>
          <a:r>
            <a:rPr lang="en-US"/>
            <a:t>3) Point to k-means execution time + Avg distance calculations ratio in stdout.</a:t>
          </a:r>
        </a:p>
      </dgm:t>
    </dgm:pt>
    <dgm:pt modelId="{A993CBB2-8015-4326-A904-DAF50F9380DC}" type="parTrans" cxnId="{AE6A6E1C-CCA1-4A69-924F-4E6247E0E10A}">
      <dgm:prSet/>
      <dgm:spPr/>
      <dgm:t>
        <a:bodyPr/>
        <a:lstStyle/>
        <a:p>
          <a:endParaRPr lang="en-US"/>
        </a:p>
      </dgm:t>
    </dgm:pt>
    <dgm:pt modelId="{4E41C961-8807-4761-A6DB-39FCD908B18A}" type="sibTrans" cxnId="{AE6A6E1C-CCA1-4A69-924F-4E6247E0E10A}">
      <dgm:prSet/>
      <dgm:spPr/>
      <dgm:t>
        <a:bodyPr/>
        <a:lstStyle/>
        <a:p>
          <a:endParaRPr lang="en-US"/>
        </a:p>
      </dgm:t>
    </dgm:pt>
    <dgm:pt modelId="{9092A92E-9A01-43E2-9894-ADD5DC5DACB7}">
      <dgm:prSet/>
      <dgm:spPr/>
      <dgm:t>
        <a:bodyPr/>
        <a:lstStyle/>
        <a:p>
          <a:r>
            <a:rPr lang="en-US"/>
            <a:t>4) Optional: same command with kmeans_guided_gap1 for contrast.</a:t>
          </a:r>
        </a:p>
      </dgm:t>
    </dgm:pt>
    <dgm:pt modelId="{18565B2A-05F1-4C9E-98EE-3FE563A8091E}" type="parTrans" cxnId="{0379E492-FCD4-4BAE-A549-7111819FEB13}">
      <dgm:prSet/>
      <dgm:spPr/>
      <dgm:t>
        <a:bodyPr/>
        <a:lstStyle/>
        <a:p>
          <a:endParaRPr lang="en-US"/>
        </a:p>
      </dgm:t>
    </dgm:pt>
    <dgm:pt modelId="{9ED25459-A0C3-4A30-8B5C-60FB55000E37}" type="sibTrans" cxnId="{0379E492-FCD4-4BAE-A549-7111819FEB13}">
      <dgm:prSet/>
      <dgm:spPr/>
      <dgm:t>
        <a:bodyPr/>
        <a:lstStyle/>
        <a:p>
          <a:endParaRPr lang="en-US"/>
        </a:p>
      </dgm:t>
    </dgm:pt>
    <dgm:pt modelId="{F026D09C-20CD-4CE5-B33F-D00D6B1A2330}" type="pres">
      <dgm:prSet presAssocID="{C9C61154-B803-464A-8734-B4BA329B1FEC}" presName="Name0" presStyleCnt="0">
        <dgm:presLayoutVars>
          <dgm:dir/>
          <dgm:animLvl val="lvl"/>
          <dgm:resizeHandles val="exact"/>
        </dgm:presLayoutVars>
      </dgm:prSet>
      <dgm:spPr/>
    </dgm:pt>
    <dgm:pt modelId="{27278589-FC56-401D-AE26-28FAA01E694D}" type="pres">
      <dgm:prSet presAssocID="{D2DA582C-A6D6-401F-9BA7-DDEB348E6DB6}" presName="linNode" presStyleCnt="0"/>
      <dgm:spPr/>
    </dgm:pt>
    <dgm:pt modelId="{CCBC71B2-43F8-4E62-A38A-70BD7B5B4884}" type="pres">
      <dgm:prSet presAssocID="{D2DA582C-A6D6-401F-9BA7-DDEB348E6DB6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4D2048D-A0F3-4BAF-98E3-14A2AC7BDB85}" type="pres">
      <dgm:prSet presAssocID="{73132D3D-0F8B-4FA6-9768-CC0A2EB0F5A2}" presName="sp" presStyleCnt="0"/>
      <dgm:spPr/>
    </dgm:pt>
    <dgm:pt modelId="{8C0A716D-3192-4D92-9C13-E986D892AB12}" type="pres">
      <dgm:prSet presAssocID="{0FDD38F5-CE88-43DC-A48D-F2F50A9B39A8}" presName="linNode" presStyleCnt="0"/>
      <dgm:spPr/>
    </dgm:pt>
    <dgm:pt modelId="{7E053012-D6BB-4AEF-92E1-AD8B2A21E98D}" type="pres">
      <dgm:prSet presAssocID="{0FDD38F5-CE88-43DC-A48D-F2F50A9B39A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0338029-26E2-4C64-8259-20D58C0F3BF9}" type="pres">
      <dgm:prSet presAssocID="{568E1EE0-95C8-4CDF-A74F-EC72371599F7}" presName="sp" presStyleCnt="0"/>
      <dgm:spPr/>
    </dgm:pt>
    <dgm:pt modelId="{C019EFBE-0E09-45A4-912E-7C61AF2B7D73}" type="pres">
      <dgm:prSet presAssocID="{1C2AA529-E695-426F-81C1-87ADA3C0AD6D}" presName="linNode" presStyleCnt="0"/>
      <dgm:spPr/>
    </dgm:pt>
    <dgm:pt modelId="{02FE4B79-136F-4997-B03E-5FA68A4CC553}" type="pres">
      <dgm:prSet presAssocID="{1C2AA529-E695-426F-81C1-87ADA3C0AD6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22D858F-87CA-4A8D-AA60-6E9612617804}" type="pres">
      <dgm:prSet presAssocID="{4E41C961-8807-4761-A6DB-39FCD908B18A}" presName="sp" presStyleCnt="0"/>
      <dgm:spPr/>
    </dgm:pt>
    <dgm:pt modelId="{F6CC9570-0B30-4DA3-87CA-F096AAB7DF20}" type="pres">
      <dgm:prSet presAssocID="{9092A92E-9A01-43E2-9894-ADD5DC5DACB7}" presName="linNode" presStyleCnt="0"/>
      <dgm:spPr/>
    </dgm:pt>
    <dgm:pt modelId="{8458DED5-8190-47D6-ADC3-0BFDB6620597}" type="pres">
      <dgm:prSet presAssocID="{9092A92E-9A01-43E2-9894-ADD5DC5DACB7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2FD55415-2F99-4D4D-94EE-3359AE9D2EE3}" type="presOf" srcId="{9092A92E-9A01-43E2-9894-ADD5DC5DACB7}" destId="{8458DED5-8190-47D6-ADC3-0BFDB6620597}" srcOrd="0" destOrd="0" presId="urn:microsoft.com/office/officeart/2005/8/layout/vList5"/>
    <dgm:cxn modelId="{9C5D0E16-349F-4F07-8A2C-B9FC2295B6EF}" type="presOf" srcId="{0FDD38F5-CE88-43DC-A48D-F2F50A9B39A8}" destId="{7E053012-D6BB-4AEF-92E1-AD8B2A21E98D}" srcOrd="0" destOrd="0" presId="urn:microsoft.com/office/officeart/2005/8/layout/vList5"/>
    <dgm:cxn modelId="{AE6A6E1C-CCA1-4A69-924F-4E6247E0E10A}" srcId="{C9C61154-B803-464A-8734-B4BA329B1FEC}" destId="{1C2AA529-E695-426F-81C1-87ADA3C0AD6D}" srcOrd="2" destOrd="0" parTransId="{A993CBB2-8015-4326-A904-DAF50F9380DC}" sibTransId="{4E41C961-8807-4761-A6DB-39FCD908B18A}"/>
    <dgm:cxn modelId="{A7BF2F2F-3300-496F-A670-41B4D711717C}" srcId="{C9C61154-B803-464A-8734-B4BA329B1FEC}" destId="{D2DA582C-A6D6-401F-9BA7-DDEB348E6DB6}" srcOrd="0" destOrd="0" parTransId="{8E37CA71-5C5E-4F30-9B83-19E006AED98C}" sibTransId="{73132D3D-0F8B-4FA6-9768-CC0A2EB0F5A2}"/>
    <dgm:cxn modelId="{639AA461-B4CA-4BC7-B54D-3D25BF037990}" srcId="{C9C61154-B803-464A-8734-B4BA329B1FEC}" destId="{0FDD38F5-CE88-43DC-A48D-F2F50A9B39A8}" srcOrd="1" destOrd="0" parTransId="{911D5D82-C9A0-42C7-8203-3248DCCC3D10}" sibTransId="{568E1EE0-95C8-4CDF-A74F-EC72371599F7}"/>
    <dgm:cxn modelId="{2DCB9855-B6B1-41C5-9CF6-C1212A1E83CC}" type="presOf" srcId="{C9C61154-B803-464A-8734-B4BA329B1FEC}" destId="{F026D09C-20CD-4CE5-B33F-D00D6B1A2330}" srcOrd="0" destOrd="0" presId="urn:microsoft.com/office/officeart/2005/8/layout/vList5"/>
    <dgm:cxn modelId="{0379E492-FCD4-4BAE-A549-7111819FEB13}" srcId="{C9C61154-B803-464A-8734-B4BA329B1FEC}" destId="{9092A92E-9A01-43E2-9894-ADD5DC5DACB7}" srcOrd="3" destOrd="0" parTransId="{18565B2A-05F1-4C9E-98EE-3FE563A8091E}" sibTransId="{9ED25459-A0C3-4A30-8B5C-60FB55000E37}"/>
    <dgm:cxn modelId="{C45EDCB1-657A-4B11-90C3-D5E20F2AA5F1}" type="presOf" srcId="{1C2AA529-E695-426F-81C1-87ADA3C0AD6D}" destId="{02FE4B79-136F-4997-B03E-5FA68A4CC553}" srcOrd="0" destOrd="0" presId="urn:microsoft.com/office/officeart/2005/8/layout/vList5"/>
    <dgm:cxn modelId="{F54D86FF-D52E-412A-BE33-85955FC747F0}" type="presOf" srcId="{D2DA582C-A6D6-401F-9BA7-DDEB348E6DB6}" destId="{CCBC71B2-43F8-4E62-A38A-70BD7B5B4884}" srcOrd="0" destOrd="0" presId="urn:microsoft.com/office/officeart/2005/8/layout/vList5"/>
    <dgm:cxn modelId="{3D433314-74C9-4058-B190-27725838F828}" type="presParOf" srcId="{F026D09C-20CD-4CE5-B33F-D00D6B1A2330}" destId="{27278589-FC56-401D-AE26-28FAA01E694D}" srcOrd="0" destOrd="0" presId="urn:microsoft.com/office/officeart/2005/8/layout/vList5"/>
    <dgm:cxn modelId="{F6C3FCE5-1192-4497-8620-807E99216661}" type="presParOf" srcId="{27278589-FC56-401D-AE26-28FAA01E694D}" destId="{CCBC71B2-43F8-4E62-A38A-70BD7B5B4884}" srcOrd="0" destOrd="0" presId="urn:microsoft.com/office/officeart/2005/8/layout/vList5"/>
    <dgm:cxn modelId="{15D755B0-979B-460A-99B9-0B0CE2ABA2C0}" type="presParOf" srcId="{F026D09C-20CD-4CE5-B33F-D00D6B1A2330}" destId="{A4D2048D-A0F3-4BAF-98E3-14A2AC7BDB85}" srcOrd="1" destOrd="0" presId="urn:microsoft.com/office/officeart/2005/8/layout/vList5"/>
    <dgm:cxn modelId="{E3015FDB-169C-4813-A933-977FD06DBBAC}" type="presParOf" srcId="{F026D09C-20CD-4CE5-B33F-D00D6B1A2330}" destId="{8C0A716D-3192-4D92-9C13-E986D892AB12}" srcOrd="2" destOrd="0" presId="urn:microsoft.com/office/officeart/2005/8/layout/vList5"/>
    <dgm:cxn modelId="{5B3DA0CF-C6A0-4D03-A95E-43DD21571ABA}" type="presParOf" srcId="{8C0A716D-3192-4D92-9C13-E986D892AB12}" destId="{7E053012-D6BB-4AEF-92E1-AD8B2A21E98D}" srcOrd="0" destOrd="0" presId="urn:microsoft.com/office/officeart/2005/8/layout/vList5"/>
    <dgm:cxn modelId="{2C8D75A0-D0F4-4560-A064-0011ECF0F116}" type="presParOf" srcId="{F026D09C-20CD-4CE5-B33F-D00D6B1A2330}" destId="{F0338029-26E2-4C64-8259-20D58C0F3BF9}" srcOrd="3" destOrd="0" presId="urn:microsoft.com/office/officeart/2005/8/layout/vList5"/>
    <dgm:cxn modelId="{41DA0730-74F5-4D96-B372-0DADAA0C749D}" type="presParOf" srcId="{F026D09C-20CD-4CE5-B33F-D00D6B1A2330}" destId="{C019EFBE-0E09-45A4-912E-7C61AF2B7D73}" srcOrd="4" destOrd="0" presId="urn:microsoft.com/office/officeart/2005/8/layout/vList5"/>
    <dgm:cxn modelId="{942441C9-536D-4DF0-9984-9A8CB6101C91}" type="presParOf" srcId="{C019EFBE-0E09-45A4-912E-7C61AF2B7D73}" destId="{02FE4B79-136F-4997-B03E-5FA68A4CC553}" srcOrd="0" destOrd="0" presId="urn:microsoft.com/office/officeart/2005/8/layout/vList5"/>
    <dgm:cxn modelId="{276F88BE-1154-4A1D-BB17-C2E4D57C6DFA}" type="presParOf" srcId="{F026D09C-20CD-4CE5-B33F-D00D6B1A2330}" destId="{122D858F-87CA-4A8D-AA60-6E9612617804}" srcOrd="5" destOrd="0" presId="urn:microsoft.com/office/officeart/2005/8/layout/vList5"/>
    <dgm:cxn modelId="{6D0D6E5F-5A44-4B7B-89CE-5E3FFA951B5C}" type="presParOf" srcId="{F026D09C-20CD-4CE5-B33F-D00D6B1A2330}" destId="{F6CC9570-0B30-4DA3-87CA-F096AAB7DF20}" srcOrd="6" destOrd="0" presId="urn:microsoft.com/office/officeart/2005/8/layout/vList5"/>
    <dgm:cxn modelId="{4FD6D3A4-A51F-470C-A8C1-2E4BD65DD734}" type="presParOf" srcId="{F6CC9570-0B30-4DA3-87CA-F096AAB7DF20}" destId="{8458DED5-8190-47D6-ADC3-0BFDB662059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C4314E-5A02-4428-9DBD-6F550331592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8B5B24-1E29-4F98-BD00-1038CE14D8EC}">
      <dgm:prSet/>
      <dgm:spPr/>
      <dgm:t>
        <a:bodyPr/>
        <a:lstStyle/>
        <a:p>
          <a:r>
            <a:rPr lang="en-US"/>
            <a:t>Avg distance calculations ratio rises with M → weaker triangle-inequality pruning.</a:t>
          </a:r>
        </a:p>
      </dgm:t>
    </dgm:pt>
    <dgm:pt modelId="{A065F127-7E3A-4D69-A912-F383C40A6907}" type="parTrans" cxnId="{B262BAD3-C2F2-4CFC-BC91-5D8C47F5847E}">
      <dgm:prSet/>
      <dgm:spPr/>
      <dgm:t>
        <a:bodyPr/>
        <a:lstStyle/>
        <a:p>
          <a:endParaRPr lang="en-US"/>
        </a:p>
      </dgm:t>
    </dgm:pt>
    <dgm:pt modelId="{835C3664-4B35-494B-BE29-30BB14904BC3}" type="sibTrans" cxnId="{B262BAD3-C2F2-4CFC-BC91-5D8C47F5847E}">
      <dgm:prSet/>
      <dgm:spPr/>
      <dgm:t>
        <a:bodyPr/>
        <a:lstStyle/>
        <a:p>
          <a:endParaRPr lang="en-US"/>
        </a:p>
      </dgm:t>
    </dgm:pt>
    <dgm:pt modelId="{A87665DF-DE19-47CB-B761-E88A6866D671}">
      <dgm:prSet/>
      <dgm:spPr/>
      <dgm:t>
        <a:bodyPr/>
        <a:lstStyle/>
        <a:p>
          <a:r>
            <a:rPr lang="en-US"/>
            <a:t>Elkan vs naive speedup shrinks as M grows (uniform synthetic data).</a:t>
          </a:r>
        </a:p>
      </dgm:t>
    </dgm:pt>
    <dgm:pt modelId="{4FD4907E-2E65-477F-A954-F2200B4669E3}" type="parTrans" cxnId="{740A1F7A-3B5D-4CA2-B45C-6E75D47659DE}">
      <dgm:prSet/>
      <dgm:spPr/>
      <dgm:t>
        <a:bodyPr/>
        <a:lstStyle/>
        <a:p>
          <a:endParaRPr lang="en-US"/>
        </a:p>
      </dgm:t>
    </dgm:pt>
    <dgm:pt modelId="{5D1D3F8F-AC63-42C2-969D-BBBFA1AF8D34}" type="sibTrans" cxnId="{740A1F7A-3B5D-4CA2-B45C-6E75D47659DE}">
      <dgm:prSet/>
      <dgm:spPr/>
      <dgm:t>
        <a:bodyPr/>
        <a:lstStyle/>
        <a:p>
          <a:endParaRPr lang="en-US"/>
        </a:p>
      </dgm:t>
    </dgm:pt>
    <dgm:pt modelId="{A9622361-7DDA-42E0-8E92-D28D6732CFD4}">
      <dgm:prSet/>
      <dgm:spPr/>
      <dgm:t>
        <a:bodyPr/>
        <a:lstStyle/>
        <a:p>
          <a:r>
            <a:rPr lang="en-US"/>
            <a:t>Limitation: i.i.d. uniform is not clustered geometry; trend still illustrates high-D behavior.</a:t>
          </a:r>
        </a:p>
      </dgm:t>
    </dgm:pt>
    <dgm:pt modelId="{72C34A43-4A17-41B4-98DD-C0B2A27D99C3}" type="parTrans" cxnId="{46F6E221-CD52-47F4-A919-03F2271CB9DF}">
      <dgm:prSet/>
      <dgm:spPr/>
      <dgm:t>
        <a:bodyPr/>
        <a:lstStyle/>
        <a:p>
          <a:endParaRPr lang="en-US"/>
        </a:p>
      </dgm:t>
    </dgm:pt>
    <dgm:pt modelId="{7068574A-9E52-4848-9199-8FAC4C507182}" type="sibTrans" cxnId="{46F6E221-CD52-47F4-A919-03F2271CB9DF}">
      <dgm:prSet/>
      <dgm:spPr/>
      <dgm:t>
        <a:bodyPr/>
        <a:lstStyle/>
        <a:p>
          <a:endParaRPr lang="en-US"/>
        </a:p>
      </dgm:t>
    </dgm:pt>
    <dgm:pt modelId="{2FAE4B86-47B9-41B1-B8DD-54576BFB83F2}" type="pres">
      <dgm:prSet presAssocID="{63C4314E-5A02-4428-9DBD-6F550331592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D680788-E0CD-4C5B-9FBE-9F13A02FD309}" type="pres">
      <dgm:prSet presAssocID="{068B5B24-1E29-4F98-BD00-1038CE14D8EC}" presName="hierRoot1" presStyleCnt="0"/>
      <dgm:spPr/>
    </dgm:pt>
    <dgm:pt modelId="{71F6E8D2-B80A-46CC-B37C-0791789277E3}" type="pres">
      <dgm:prSet presAssocID="{068B5B24-1E29-4F98-BD00-1038CE14D8EC}" presName="composite" presStyleCnt="0"/>
      <dgm:spPr/>
    </dgm:pt>
    <dgm:pt modelId="{A84BA1BB-333D-489B-8FFC-D7AB7830CFFA}" type="pres">
      <dgm:prSet presAssocID="{068B5B24-1E29-4F98-BD00-1038CE14D8EC}" presName="background" presStyleLbl="node0" presStyleIdx="0" presStyleCnt="3"/>
      <dgm:spPr/>
    </dgm:pt>
    <dgm:pt modelId="{C8EAECF2-E6BB-45A9-A3B0-03443A7D57D5}" type="pres">
      <dgm:prSet presAssocID="{068B5B24-1E29-4F98-BD00-1038CE14D8EC}" presName="text" presStyleLbl="fgAcc0" presStyleIdx="0" presStyleCnt="3">
        <dgm:presLayoutVars>
          <dgm:chPref val="3"/>
        </dgm:presLayoutVars>
      </dgm:prSet>
      <dgm:spPr/>
    </dgm:pt>
    <dgm:pt modelId="{76257A17-524D-462B-8D57-FAAC77F31BD6}" type="pres">
      <dgm:prSet presAssocID="{068B5B24-1E29-4F98-BD00-1038CE14D8EC}" presName="hierChild2" presStyleCnt="0"/>
      <dgm:spPr/>
    </dgm:pt>
    <dgm:pt modelId="{7E98E2C1-A127-43B0-9A4B-B8157A78D38D}" type="pres">
      <dgm:prSet presAssocID="{A87665DF-DE19-47CB-B761-E88A6866D671}" presName="hierRoot1" presStyleCnt="0"/>
      <dgm:spPr/>
    </dgm:pt>
    <dgm:pt modelId="{6A5FC9F7-6092-4517-B8BE-7F5542829EA6}" type="pres">
      <dgm:prSet presAssocID="{A87665DF-DE19-47CB-B761-E88A6866D671}" presName="composite" presStyleCnt="0"/>
      <dgm:spPr/>
    </dgm:pt>
    <dgm:pt modelId="{C4B84BDE-149E-425E-BE61-005158B4990A}" type="pres">
      <dgm:prSet presAssocID="{A87665DF-DE19-47CB-B761-E88A6866D671}" presName="background" presStyleLbl="node0" presStyleIdx="1" presStyleCnt="3"/>
      <dgm:spPr/>
    </dgm:pt>
    <dgm:pt modelId="{C19B1C60-4566-47DE-890C-8168E950B342}" type="pres">
      <dgm:prSet presAssocID="{A87665DF-DE19-47CB-B761-E88A6866D671}" presName="text" presStyleLbl="fgAcc0" presStyleIdx="1" presStyleCnt="3">
        <dgm:presLayoutVars>
          <dgm:chPref val="3"/>
        </dgm:presLayoutVars>
      </dgm:prSet>
      <dgm:spPr/>
    </dgm:pt>
    <dgm:pt modelId="{CC386962-6B3D-4E9B-9B61-4E30375F4E77}" type="pres">
      <dgm:prSet presAssocID="{A87665DF-DE19-47CB-B761-E88A6866D671}" presName="hierChild2" presStyleCnt="0"/>
      <dgm:spPr/>
    </dgm:pt>
    <dgm:pt modelId="{6F253D70-9EF0-4771-BE8F-8B201C55C455}" type="pres">
      <dgm:prSet presAssocID="{A9622361-7DDA-42E0-8E92-D28D6732CFD4}" presName="hierRoot1" presStyleCnt="0"/>
      <dgm:spPr/>
    </dgm:pt>
    <dgm:pt modelId="{412435B2-FC1E-4CC8-A646-3A27F0A203B9}" type="pres">
      <dgm:prSet presAssocID="{A9622361-7DDA-42E0-8E92-D28D6732CFD4}" presName="composite" presStyleCnt="0"/>
      <dgm:spPr/>
    </dgm:pt>
    <dgm:pt modelId="{9517A836-9A6F-4430-B1B7-5BC6B8B0702E}" type="pres">
      <dgm:prSet presAssocID="{A9622361-7DDA-42E0-8E92-D28D6732CFD4}" presName="background" presStyleLbl="node0" presStyleIdx="2" presStyleCnt="3"/>
      <dgm:spPr/>
    </dgm:pt>
    <dgm:pt modelId="{D174B1B8-25FB-45D3-B6A5-44284D354403}" type="pres">
      <dgm:prSet presAssocID="{A9622361-7DDA-42E0-8E92-D28D6732CFD4}" presName="text" presStyleLbl="fgAcc0" presStyleIdx="2" presStyleCnt="3">
        <dgm:presLayoutVars>
          <dgm:chPref val="3"/>
        </dgm:presLayoutVars>
      </dgm:prSet>
      <dgm:spPr/>
    </dgm:pt>
    <dgm:pt modelId="{17F58283-AC1D-49A9-B5A9-0BCB176AE96F}" type="pres">
      <dgm:prSet presAssocID="{A9622361-7DDA-42E0-8E92-D28D6732CFD4}" presName="hierChild2" presStyleCnt="0"/>
      <dgm:spPr/>
    </dgm:pt>
  </dgm:ptLst>
  <dgm:cxnLst>
    <dgm:cxn modelId="{46F6E221-CD52-47F4-A919-03F2271CB9DF}" srcId="{63C4314E-5A02-4428-9DBD-6F550331592E}" destId="{A9622361-7DDA-42E0-8E92-D28D6732CFD4}" srcOrd="2" destOrd="0" parTransId="{72C34A43-4A17-41B4-98DD-C0B2A27D99C3}" sibTransId="{7068574A-9E52-4848-9199-8FAC4C507182}"/>
    <dgm:cxn modelId="{740A1F7A-3B5D-4CA2-B45C-6E75D47659DE}" srcId="{63C4314E-5A02-4428-9DBD-6F550331592E}" destId="{A87665DF-DE19-47CB-B761-E88A6866D671}" srcOrd="1" destOrd="0" parTransId="{4FD4907E-2E65-477F-A954-F2200B4669E3}" sibTransId="{5D1D3F8F-AC63-42C2-969D-BBBFA1AF8D34}"/>
    <dgm:cxn modelId="{95D0BD87-26D6-4511-AA6B-9B37C05AC8F1}" type="presOf" srcId="{068B5B24-1E29-4F98-BD00-1038CE14D8EC}" destId="{C8EAECF2-E6BB-45A9-A3B0-03443A7D57D5}" srcOrd="0" destOrd="0" presId="urn:microsoft.com/office/officeart/2005/8/layout/hierarchy1"/>
    <dgm:cxn modelId="{E38D3FB4-0295-4AAA-B45F-724C05C69888}" type="presOf" srcId="{A9622361-7DDA-42E0-8E92-D28D6732CFD4}" destId="{D174B1B8-25FB-45D3-B6A5-44284D354403}" srcOrd="0" destOrd="0" presId="urn:microsoft.com/office/officeart/2005/8/layout/hierarchy1"/>
    <dgm:cxn modelId="{A5A3C4B5-9B2C-40F2-B35D-B693E6BA4C05}" type="presOf" srcId="{63C4314E-5A02-4428-9DBD-6F550331592E}" destId="{2FAE4B86-47B9-41B1-B8DD-54576BFB83F2}" srcOrd="0" destOrd="0" presId="urn:microsoft.com/office/officeart/2005/8/layout/hierarchy1"/>
    <dgm:cxn modelId="{B262BAD3-C2F2-4CFC-BC91-5D8C47F5847E}" srcId="{63C4314E-5A02-4428-9DBD-6F550331592E}" destId="{068B5B24-1E29-4F98-BD00-1038CE14D8EC}" srcOrd="0" destOrd="0" parTransId="{A065F127-7E3A-4D69-A912-F383C40A6907}" sibTransId="{835C3664-4B35-494B-BE29-30BB14904BC3}"/>
    <dgm:cxn modelId="{300FE6FD-96D9-411A-B35C-3C3CD86DE46A}" type="presOf" srcId="{A87665DF-DE19-47CB-B761-E88A6866D671}" destId="{C19B1C60-4566-47DE-890C-8168E950B342}" srcOrd="0" destOrd="0" presId="urn:microsoft.com/office/officeart/2005/8/layout/hierarchy1"/>
    <dgm:cxn modelId="{374D5AE6-A8AB-4BA7-9FDA-29B31DB7651A}" type="presParOf" srcId="{2FAE4B86-47B9-41B1-B8DD-54576BFB83F2}" destId="{5D680788-E0CD-4C5B-9FBE-9F13A02FD309}" srcOrd="0" destOrd="0" presId="urn:microsoft.com/office/officeart/2005/8/layout/hierarchy1"/>
    <dgm:cxn modelId="{C9A341E6-8B2A-4A4B-BC5A-2688B817EA39}" type="presParOf" srcId="{5D680788-E0CD-4C5B-9FBE-9F13A02FD309}" destId="{71F6E8D2-B80A-46CC-B37C-0791789277E3}" srcOrd="0" destOrd="0" presId="urn:microsoft.com/office/officeart/2005/8/layout/hierarchy1"/>
    <dgm:cxn modelId="{535D6D11-9E5B-4B6A-8953-89654FCA783F}" type="presParOf" srcId="{71F6E8D2-B80A-46CC-B37C-0791789277E3}" destId="{A84BA1BB-333D-489B-8FFC-D7AB7830CFFA}" srcOrd="0" destOrd="0" presId="urn:microsoft.com/office/officeart/2005/8/layout/hierarchy1"/>
    <dgm:cxn modelId="{30A31EA9-3A49-49F8-8B8E-29BE38E41007}" type="presParOf" srcId="{71F6E8D2-B80A-46CC-B37C-0791789277E3}" destId="{C8EAECF2-E6BB-45A9-A3B0-03443A7D57D5}" srcOrd="1" destOrd="0" presId="urn:microsoft.com/office/officeart/2005/8/layout/hierarchy1"/>
    <dgm:cxn modelId="{C0A721B8-B4AD-4356-9984-16022555F378}" type="presParOf" srcId="{5D680788-E0CD-4C5B-9FBE-9F13A02FD309}" destId="{76257A17-524D-462B-8D57-FAAC77F31BD6}" srcOrd="1" destOrd="0" presId="urn:microsoft.com/office/officeart/2005/8/layout/hierarchy1"/>
    <dgm:cxn modelId="{8904A4BE-7A89-434C-BB23-8CDD1D801147}" type="presParOf" srcId="{2FAE4B86-47B9-41B1-B8DD-54576BFB83F2}" destId="{7E98E2C1-A127-43B0-9A4B-B8157A78D38D}" srcOrd="1" destOrd="0" presId="urn:microsoft.com/office/officeart/2005/8/layout/hierarchy1"/>
    <dgm:cxn modelId="{3ACAF619-3F49-4CEE-AB5D-1956A93B3755}" type="presParOf" srcId="{7E98E2C1-A127-43B0-9A4B-B8157A78D38D}" destId="{6A5FC9F7-6092-4517-B8BE-7F5542829EA6}" srcOrd="0" destOrd="0" presId="urn:microsoft.com/office/officeart/2005/8/layout/hierarchy1"/>
    <dgm:cxn modelId="{C8DAA424-F3FA-40D6-9453-11E02BCFBD4B}" type="presParOf" srcId="{6A5FC9F7-6092-4517-B8BE-7F5542829EA6}" destId="{C4B84BDE-149E-425E-BE61-005158B4990A}" srcOrd="0" destOrd="0" presId="urn:microsoft.com/office/officeart/2005/8/layout/hierarchy1"/>
    <dgm:cxn modelId="{85E480CF-5E60-44A3-8200-97D66A70BF00}" type="presParOf" srcId="{6A5FC9F7-6092-4517-B8BE-7F5542829EA6}" destId="{C19B1C60-4566-47DE-890C-8168E950B342}" srcOrd="1" destOrd="0" presId="urn:microsoft.com/office/officeart/2005/8/layout/hierarchy1"/>
    <dgm:cxn modelId="{29746108-DFE3-432A-A9AB-7F8A19CA6A53}" type="presParOf" srcId="{7E98E2C1-A127-43B0-9A4B-B8157A78D38D}" destId="{CC386962-6B3D-4E9B-9B61-4E30375F4E77}" srcOrd="1" destOrd="0" presId="urn:microsoft.com/office/officeart/2005/8/layout/hierarchy1"/>
    <dgm:cxn modelId="{7192855D-4BF9-4691-9DDC-F07E36862CFE}" type="presParOf" srcId="{2FAE4B86-47B9-41B1-B8DD-54576BFB83F2}" destId="{6F253D70-9EF0-4771-BE8F-8B201C55C455}" srcOrd="2" destOrd="0" presId="urn:microsoft.com/office/officeart/2005/8/layout/hierarchy1"/>
    <dgm:cxn modelId="{A45986BA-63C5-4E49-9F56-FA1B37AFC50D}" type="presParOf" srcId="{6F253D70-9EF0-4771-BE8F-8B201C55C455}" destId="{412435B2-FC1E-4CC8-A646-3A27F0A203B9}" srcOrd="0" destOrd="0" presId="urn:microsoft.com/office/officeart/2005/8/layout/hierarchy1"/>
    <dgm:cxn modelId="{3F65759E-A305-41D5-9A8D-5CB9DC671657}" type="presParOf" srcId="{412435B2-FC1E-4CC8-A646-3A27F0A203B9}" destId="{9517A836-9A6F-4430-B1B7-5BC6B8B0702E}" srcOrd="0" destOrd="0" presId="urn:microsoft.com/office/officeart/2005/8/layout/hierarchy1"/>
    <dgm:cxn modelId="{BFBFE9EF-176E-43C9-BE5C-BA937B8A6818}" type="presParOf" srcId="{412435B2-FC1E-4CC8-A646-3A27F0A203B9}" destId="{D174B1B8-25FB-45D3-B6A5-44284D354403}" srcOrd="1" destOrd="0" presId="urn:microsoft.com/office/officeart/2005/8/layout/hierarchy1"/>
    <dgm:cxn modelId="{12CEC816-7D17-47C5-A33F-44368F21436A}" type="presParOf" srcId="{6F253D70-9EF0-4771-BE8F-8B201C55C455}" destId="{17F58283-AC1D-49A9-B5A9-0BCB176AE96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B4CB068-98BC-4790-8C66-1F323083B04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194DD45-2FC1-4CFA-A4E6-293260BF1DD9}">
      <dgm:prSet/>
      <dgm:spPr/>
      <dgm:t>
        <a:bodyPr/>
        <a:lstStyle/>
        <a:p>
          <a:r>
            <a:rPr lang="en-US"/>
            <a:t>Scheduling effects on Elkan are thread- and comparability-dependent.</a:t>
          </a:r>
        </a:p>
      </dgm:t>
    </dgm:pt>
    <dgm:pt modelId="{69724233-0530-4203-A96E-72BB9D5DD61B}" type="parTrans" cxnId="{90744B0C-4065-4190-AE06-82D4CD35138F}">
      <dgm:prSet/>
      <dgm:spPr/>
      <dgm:t>
        <a:bodyPr/>
        <a:lstStyle/>
        <a:p>
          <a:endParaRPr lang="en-US"/>
        </a:p>
      </dgm:t>
    </dgm:pt>
    <dgm:pt modelId="{0E8429DF-9322-4BE9-A134-33074E5650F4}" type="sibTrans" cxnId="{90744B0C-4065-4190-AE06-82D4CD35138F}">
      <dgm:prSet/>
      <dgm:spPr/>
      <dgm:t>
        <a:bodyPr/>
        <a:lstStyle/>
        <a:p>
          <a:endParaRPr lang="en-US"/>
        </a:p>
      </dgm:t>
    </dgm:pt>
    <dgm:pt modelId="{34A95014-7D6D-4722-B323-22A76AF6B098}">
      <dgm:prSet/>
      <dgm:spPr/>
      <dgm:t>
        <a:bodyPr/>
        <a:lstStyle/>
        <a:p>
          <a:r>
            <a:rPr lang="en-US"/>
            <a:t>Dimensionality strongly affects pruning effectiveness (ratio) and Elkan advantage.</a:t>
          </a:r>
        </a:p>
      </dgm:t>
    </dgm:pt>
    <dgm:pt modelId="{50D812B6-3331-4CBE-B611-19DB1124DDC5}" type="parTrans" cxnId="{8855DBA7-72E5-48A2-B415-150E65DAB8F3}">
      <dgm:prSet/>
      <dgm:spPr/>
      <dgm:t>
        <a:bodyPr/>
        <a:lstStyle/>
        <a:p>
          <a:endParaRPr lang="en-US"/>
        </a:p>
      </dgm:t>
    </dgm:pt>
    <dgm:pt modelId="{7E8A0DA1-B65D-4734-8D23-2D3A914F3607}" type="sibTrans" cxnId="{8855DBA7-72E5-48A2-B415-150E65DAB8F3}">
      <dgm:prSet/>
      <dgm:spPr/>
      <dgm:t>
        <a:bodyPr/>
        <a:lstStyle/>
        <a:p>
          <a:endParaRPr lang="en-US"/>
        </a:p>
      </dgm:t>
    </dgm:pt>
    <dgm:pt modelId="{658BC482-1A02-4637-979F-930F9CF3632C}">
      <dgm:prSet/>
      <dgm:spPr/>
      <dgm:t>
        <a:bodyPr/>
        <a:lstStyle/>
        <a:p>
          <a:r>
            <a:rPr lang="en-US"/>
            <a:t>Future: repeated trials, clustered synthetic data, deterministic reductions, MPI scale.</a:t>
          </a:r>
        </a:p>
      </dgm:t>
    </dgm:pt>
    <dgm:pt modelId="{4187EE08-2BFE-40C8-A06D-4E1B697BA6BD}" type="parTrans" cxnId="{9EFE2025-19C0-417A-8EF7-F3D87C4FD470}">
      <dgm:prSet/>
      <dgm:spPr/>
      <dgm:t>
        <a:bodyPr/>
        <a:lstStyle/>
        <a:p>
          <a:endParaRPr lang="en-US"/>
        </a:p>
      </dgm:t>
    </dgm:pt>
    <dgm:pt modelId="{9D750770-C871-4210-8C14-E0F712CE19F9}" type="sibTrans" cxnId="{9EFE2025-19C0-417A-8EF7-F3D87C4FD470}">
      <dgm:prSet/>
      <dgm:spPr/>
      <dgm:t>
        <a:bodyPr/>
        <a:lstStyle/>
        <a:p>
          <a:endParaRPr lang="en-US"/>
        </a:p>
      </dgm:t>
    </dgm:pt>
    <dgm:pt modelId="{E314561C-AE69-4379-9B7D-72F821B4BEFC}" type="pres">
      <dgm:prSet presAssocID="{6B4CB068-98BC-4790-8C66-1F323083B04D}" presName="vert0" presStyleCnt="0">
        <dgm:presLayoutVars>
          <dgm:dir/>
          <dgm:animOne val="branch"/>
          <dgm:animLvl val="lvl"/>
        </dgm:presLayoutVars>
      </dgm:prSet>
      <dgm:spPr/>
    </dgm:pt>
    <dgm:pt modelId="{694888C5-0513-4F05-9F83-B2D14C81376D}" type="pres">
      <dgm:prSet presAssocID="{0194DD45-2FC1-4CFA-A4E6-293260BF1DD9}" presName="thickLine" presStyleLbl="alignNode1" presStyleIdx="0" presStyleCnt="3"/>
      <dgm:spPr/>
    </dgm:pt>
    <dgm:pt modelId="{B470A258-2FC8-47CA-9614-A5973D1C99CD}" type="pres">
      <dgm:prSet presAssocID="{0194DD45-2FC1-4CFA-A4E6-293260BF1DD9}" presName="horz1" presStyleCnt="0"/>
      <dgm:spPr/>
    </dgm:pt>
    <dgm:pt modelId="{7E0C0BDB-BE50-465A-A98A-B361F2CD4881}" type="pres">
      <dgm:prSet presAssocID="{0194DD45-2FC1-4CFA-A4E6-293260BF1DD9}" presName="tx1" presStyleLbl="revTx" presStyleIdx="0" presStyleCnt="3"/>
      <dgm:spPr/>
    </dgm:pt>
    <dgm:pt modelId="{946B26E9-1F25-453D-B2B9-C76B2DA32E91}" type="pres">
      <dgm:prSet presAssocID="{0194DD45-2FC1-4CFA-A4E6-293260BF1DD9}" presName="vert1" presStyleCnt="0"/>
      <dgm:spPr/>
    </dgm:pt>
    <dgm:pt modelId="{B14E3C1F-2829-460E-9298-93621396F9D4}" type="pres">
      <dgm:prSet presAssocID="{34A95014-7D6D-4722-B323-22A76AF6B098}" presName="thickLine" presStyleLbl="alignNode1" presStyleIdx="1" presStyleCnt="3"/>
      <dgm:spPr/>
    </dgm:pt>
    <dgm:pt modelId="{2CEDE788-08C7-4F70-ACC4-E856E6A816D0}" type="pres">
      <dgm:prSet presAssocID="{34A95014-7D6D-4722-B323-22A76AF6B098}" presName="horz1" presStyleCnt="0"/>
      <dgm:spPr/>
    </dgm:pt>
    <dgm:pt modelId="{7E019739-C493-460C-BEB7-5630BDF0B251}" type="pres">
      <dgm:prSet presAssocID="{34A95014-7D6D-4722-B323-22A76AF6B098}" presName="tx1" presStyleLbl="revTx" presStyleIdx="1" presStyleCnt="3"/>
      <dgm:spPr/>
    </dgm:pt>
    <dgm:pt modelId="{84620B6D-FFC7-4D7A-82E9-F8EDFAD5E4E9}" type="pres">
      <dgm:prSet presAssocID="{34A95014-7D6D-4722-B323-22A76AF6B098}" presName="vert1" presStyleCnt="0"/>
      <dgm:spPr/>
    </dgm:pt>
    <dgm:pt modelId="{B6991FA4-0E40-4BE8-A23A-DE612AE10F51}" type="pres">
      <dgm:prSet presAssocID="{658BC482-1A02-4637-979F-930F9CF3632C}" presName="thickLine" presStyleLbl="alignNode1" presStyleIdx="2" presStyleCnt="3"/>
      <dgm:spPr/>
    </dgm:pt>
    <dgm:pt modelId="{55CCF513-DB0B-4B12-BC07-B65F9C55CE38}" type="pres">
      <dgm:prSet presAssocID="{658BC482-1A02-4637-979F-930F9CF3632C}" presName="horz1" presStyleCnt="0"/>
      <dgm:spPr/>
    </dgm:pt>
    <dgm:pt modelId="{7032939E-05C4-4EED-9532-DFEBE76AF4CD}" type="pres">
      <dgm:prSet presAssocID="{658BC482-1A02-4637-979F-930F9CF3632C}" presName="tx1" presStyleLbl="revTx" presStyleIdx="2" presStyleCnt="3"/>
      <dgm:spPr/>
    </dgm:pt>
    <dgm:pt modelId="{6F943B02-006B-48DD-8F0D-6849497C0294}" type="pres">
      <dgm:prSet presAssocID="{658BC482-1A02-4637-979F-930F9CF3632C}" presName="vert1" presStyleCnt="0"/>
      <dgm:spPr/>
    </dgm:pt>
  </dgm:ptLst>
  <dgm:cxnLst>
    <dgm:cxn modelId="{90744B0C-4065-4190-AE06-82D4CD35138F}" srcId="{6B4CB068-98BC-4790-8C66-1F323083B04D}" destId="{0194DD45-2FC1-4CFA-A4E6-293260BF1DD9}" srcOrd="0" destOrd="0" parTransId="{69724233-0530-4203-A96E-72BB9D5DD61B}" sibTransId="{0E8429DF-9322-4BE9-A134-33074E5650F4}"/>
    <dgm:cxn modelId="{733FBB1A-16CE-45BA-88F8-777857FA8A2C}" type="presOf" srcId="{0194DD45-2FC1-4CFA-A4E6-293260BF1DD9}" destId="{7E0C0BDB-BE50-465A-A98A-B361F2CD4881}" srcOrd="0" destOrd="0" presId="urn:microsoft.com/office/officeart/2008/layout/LinedList"/>
    <dgm:cxn modelId="{9EFE2025-19C0-417A-8EF7-F3D87C4FD470}" srcId="{6B4CB068-98BC-4790-8C66-1F323083B04D}" destId="{658BC482-1A02-4637-979F-930F9CF3632C}" srcOrd="2" destOrd="0" parTransId="{4187EE08-2BFE-40C8-A06D-4E1B697BA6BD}" sibTransId="{9D750770-C871-4210-8C14-E0F712CE19F9}"/>
    <dgm:cxn modelId="{75F7A254-4CC7-467C-B263-BAB35772A55A}" type="presOf" srcId="{658BC482-1A02-4637-979F-930F9CF3632C}" destId="{7032939E-05C4-4EED-9532-DFEBE76AF4CD}" srcOrd="0" destOrd="0" presId="urn:microsoft.com/office/officeart/2008/layout/LinedList"/>
    <dgm:cxn modelId="{754F0086-483B-4853-A76D-89AA514869E4}" type="presOf" srcId="{34A95014-7D6D-4722-B323-22A76AF6B098}" destId="{7E019739-C493-460C-BEB7-5630BDF0B251}" srcOrd="0" destOrd="0" presId="urn:microsoft.com/office/officeart/2008/layout/LinedList"/>
    <dgm:cxn modelId="{8855DBA7-72E5-48A2-B415-150E65DAB8F3}" srcId="{6B4CB068-98BC-4790-8C66-1F323083B04D}" destId="{34A95014-7D6D-4722-B323-22A76AF6B098}" srcOrd="1" destOrd="0" parTransId="{50D812B6-3331-4CBE-B611-19DB1124DDC5}" sibTransId="{7E8A0DA1-B65D-4734-8D23-2D3A914F3607}"/>
    <dgm:cxn modelId="{12F44AD5-81B5-44E2-8FFE-147E95D64D5A}" type="presOf" srcId="{6B4CB068-98BC-4790-8C66-1F323083B04D}" destId="{E314561C-AE69-4379-9B7D-72F821B4BEFC}" srcOrd="0" destOrd="0" presId="urn:microsoft.com/office/officeart/2008/layout/LinedList"/>
    <dgm:cxn modelId="{D8471FDA-14B7-47D9-98A4-69C1A22AA371}" type="presParOf" srcId="{E314561C-AE69-4379-9B7D-72F821B4BEFC}" destId="{694888C5-0513-4F05-9F83-B2D14C81376D}" srcOrd="0" destOrd="0" presId="urn:microsoft.com/office/officeart/2008/layout/LinedList"/>
    <dgm:cxn modelId="{46B47F28-9810-410D-A85D-A1D0CDD32901}" type="presParOf" srcId="{E314561C-AE69-4379-9B7D-72F821B4BEFC}" destId="{B470A258-2FC8-47CA-9614-A5973D1C99CD}" srcOrd="1" destOrd="0" presId="urn:microsoft.com/office/officeart/2008/layout/LinedList"/>
    <dgm:cxn modelId="{974E51C5-4192-46F1-A003-47AF4BA48434}" type="presParOf" srcId="{B470A258-2FC8-47CA-9614-A5973D1C99CD}" destId="{7E0C0BDB-BE50-465A-A98A-B361F2CD4881}" srcOrd="0" destOrd="0" presId="urn:microsoft.com/office/officeart/2008/layout/LinedList"/>
    <dgm:cxn modelId="{B9F70579-7AA0-4C3D-8BD6-5BC2A9E5CA6E}" type="presParOf" srcId="{B470A258-2FC8-47CA-9614-A5973D1C99CD}" destId="{946B26E9-1F25-453D-B2B9-C76B2DA32E91}" srcOrd="1" destOrd="0" presId="urn:microsoft.com/office/officeart/2008/layout/LinedList"/>
    <dgm:cxn modelId="{E31D9A6D-7651-4963-B4FE-5172CA13BC18}" type="presParOf" srcId="{E314561C-AE69-4379-9B7D-72F821B4BEFC}" destId="{B14E3C1F-2829-460E-9298-93621396F9D4}" srcOrd="2" destOrd="0" presId="urn:microsoft.com/office/officeart/2008/layout/LinedList"/>
    <dgm:cxn modelId="{C4C64C18-EF1A-4470-B9F8-EF62DD03C747}" type="presParOf" srcId="{E314561C-AE69-4379-9B7D-72F821B4BEFC}" destId="{2CEDE788-08C7-4F70-ACC4-E856E6A816D0}" srcOrd="3" destOrd="0" presId="urn:microsoft.com/office/officeart/2008/layout/LinedList"/>
    <dgm:cxn modelId="{3E1BA4C0-C7CE-434B-B237-3205B631465D}" type="presParOf" srcId="{2CEDE788-08C7-4F70-ACC4-E856E6A816D0}" destId="{7E019739-C493-460C-BEB7-5630BDF0B251}" srcOrd="0" destOrd="0" presId="urn:microsoft.com/office/officeart/2008/layout/LinedList"/>
    <dgm:cxn modelId="{11B3A391-8D51-41A1-9B03-C0F7DE8D0C45}" type="presParOf" srcId="{2CEDE788-08C7-4F70-ACC4-E856E6A816D0}" destId="{84620B6D-FFC7-4D7A-82E9-F8EDFAD5E4E9}" srcOrd="1" destOrd="0" presId="urn:microsoft.com/office/officeart/2008/layout/LinedList"/>
    <dgm:cxn modelId="{ECAD9E10-3308-415E-B418-B5E4C697B68F}" type="presParOf" srcId="{E314561C-AE69-4379-9B7D-72F821B4BEFC}" destId="{B6991FA4-0E40-4BE8-A23A-DE612AE10F51}" srcOrd="4" destOrd="0" presId="urn:microsoft.com/office/officeart/2008/layout/LinedList"/>
    <dgm:cxn modelId="{C730EE85-C463-4F00-BA3B-51C735FBA44B}" type="presParOf" srcId="{E314561C-AE69-4379-9B7D-72F821B4BEFC}" destId="{55CCF513-DB0B-4B12-BC07-B65F9C55CE38}" srcOrd="5" destOrd="0" presId="urn:microsoft.com/office/officeart/2008/layout/LinedList"/>
    <dgm:cxn modelId="{6113FF1B-B8E8-4CC0-8868-B79AC85EE606}" type="presParOf" srcId="{55CCF513-DB0B-4B12-BC07-B65F9C55CE38}" destId="{7032939E-05C4-4EED-9532-DFEBE76AF4CD}" srcOrd="0" destOrd="0" presId="urn:microsoft.com/office/officeart/2008/layout/LinedList"/>
    <dgm:cxn modelId="{3C7C81DD-79E8-4E8A-AD10-B8CB10C57B08}" type="presParOf" srcId="{55CCF513-DB0B-4B12-BC07-B65F9C55CE38}" destId="{6F943B02-006B-48DD-8F0D-6849497C02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4D4E81-C782-4BEF-885C-9807A3DA34B6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D72C1F-5224-4B0F-A67E-492DC431BB9F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1FD7E-E0C1-4F4B-941C-0BCC4AC1D36F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K-means: alternate assignment (nearest centroid) and update (means).</a:t>
          </a:r>
        </a:p>
      </dsp:txBody>
      <dsp:txXfrm>
        <a:off x="1366323" y="800136"/>
        <a:ext cx="2370505" cy="1005669"/>
      </dsp:txXfrm>
    </dsp:sp>
    <dsp:sp modelId="{7506227E-2395-4D66-9364-46742C26BC29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4E2A0-6A9B-427C-836F-6FF7E9F60B97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5823F-6A40-473C-BA40-11F6E49D3D28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Lloyd’s assignment is O(N·K·M) per iteration — dominant cost at large N, K.</a:t>
          </a:r>
        </a:p>
      </dsp:txBody>
      <dsp:txXfrm>
        <a:off x="5371040" y="800136"/>
        <a:ext cx="2370505" cy="1005669"/>
      </dsp:txXfrm>
    </dsp:sp>
    <dsp:sp modelId="{86283FF6-06BC-403D-A57F-FA6C292C5FE3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CF46C-EB8E-46B6-BEBD-EEF46113C87A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7A045-6873-4FA9-B804-EF51ECF8C8DF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Triangle-inequality methods (e.g. Elkan) skip many distance evaluations.</a:t>
          </a:r>
        </a:p>
      </dsp:txBody>
      <dsp:txXfrm>
        <a:off x="1366323" y="2545532"/>
        <a:ext cx="2370505" cy="1005669"/>
      </dsp:txXfrm>
    </dsp:sp>
    <dsp:sp modelId="{B00C836A-2C58-41F1-8C6B-511612192226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67D57-74F1-4E22-852A-27C611604C09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879F7-59F8-4F0B-B4EB-9D06B35A3E13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Base paper: hybrid MPI/OpenMP implementations on a cluster; scheduling matters.</a:t>
          </a:r>
        </a:p>
      </dsp:txBody>
      <dsp:txXfrm>
        <a:off x="5371040" y="2545532"/>
        <a:ext cx="2370505" cy="10056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8FE8F-027C-4A8C-BC59-7107916E126C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Kwedlo &amp; Czochanski — hybrid MPI/OpenMP for Lloyd + Elkan, Annulus, Drake, Yinyang.</a:t>
          </a:r>
        </a:p>
      </dsp:txBody>
      <dsp:txXfrm>
        <a:off x="429570" y="472"/>
        <a:ext cx="3346456" cy="2007873"/>
      </dsp:txXfrm>
    </dsp:sp>
    <dsp:sp modelId="{CF566324-A097-4B9B-AA90-F41664F335B7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Data-parallel assignment; all-reduce for centroid updates.</a:t>
          </a:r>
        </a:p>
      </dsp:txBody>
      <dsp:txXfrm>
        <a:off x="4110672" y="472"/>
        <a:ext cx="3346456" cy="2007873"/>
      </dsp:txXfrm>
    </dsp:sp>
    <dsp:sp modelId="{E311347E-366A-4AAF-906A-176F0BC0A7F9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Compared static vs guided OpenMP on large-scale hardware.</a:t>
          </a:r>
        </a:p>
      </dsp:txBody>
      <dsp:txXfrm>
        <a:off x="429570" y="2342991"/>
        <a:ext cx="3346456" cy="2007873"/>
      </dsp:txXfrm>
    </dsp:sp>
    <dsp:sp modelId="{C5F4B09E-5504-4BEF-B849-0F46F389DCD8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Our work: same codebase, workstation / WSL, two focused gaps.</a:t>
          </a:r>
        </a:p>
      </dsp:txBody>
      <dsp:txXfrm>
        <a:off x="4110672" y="2342991"/>
        <a:ext cx="3346456" cy="2007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17217-E1FB-4A57-BDD5-E2136F401034}">
      <dsp:nvSpPr>
        <dsp:cNvPr id="0" name=""/>
        <dsp:cNvSpPr/>
      </dsp:nvSpPr>
      <dsp:spPr>
        <a:xfrm>
          <a:off x="2371" y="0"/>
          <a:ext cx="3646527" cy="3566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96" tIns="0" rIns="36019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1) Gap 1: Static-oriented build vs guided build (DYNAMIC=y) for Elkan.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Vary OMP_NUM_THREADS on one medium dataset (e.g. N=200k, M=128, K=256).</a:t>
          </a:r>
        </a:p>
      </dsp:txBody>
      <dsp:txXfrm>
        <a:off x="2371" y="1426464"/>
        <a:ext cx="3646527" cy="2139696"/>
      </dsp:txXfrm>
    </dsp:sp>
    <dsp:sp modelId="{D7C47E5E-1436-405B-98B9-6CAACFEFBA42}">
      <dsp:nvSpPr>
        <dsp:cNvPr id="0" name=""/>
        <dsp:cNvSpPr/>
      </dsp:nvSpPr>
      <dsp:spPr>
        <a:xfrm>
          <a:off x="2371" y="0"/>
          <a:ext cx="3646527" cy="142646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96" tIns="165100" rIns="360196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371" y="0"/>
        <a:ext cx="3646527" cy="1426464"/>
      </dsp:txXfrm>
    </dsp:sp>
    <dsp:sp modelId="{CE105AE4-2F45-43B8-BE94-8FB5A96C09B3}">
      <dsp:nvSpPr>
        <dsp:cNvPr id="0" name=""/>
        <dsp:cNvSpPr/>
      </dsp:nvSpPr>
      <dsp:spPr>
        <a:xfrm>
          <a:off x="3940621" y="0"/>
          <a:ext cx="3646527" cy="356616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96" tIns="0" rIns="36019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2) Gap 2: Vary feature dimension M on synthetic .bin data (N=100k, K=256, T=8).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Track Avg distance calculations ratio and naive vs Elkan runtime.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Out of scope: multi-node MPI, GPU, modifying authors’ core C++.</a:t>
          </a:r>
        </a:p>
      </dsp:txBody>
      <dsp:txXfrm>
        <a:off x="3940621" y="1426464"/>
        <a:ext cx="3646527" cy="2139696"/>
      </dsp:txXfrm>
    </dsp:sp>
    <dsp:sp modelId="{AE58D6F8-9FA0-4CF4-B125-E6D19E912554}">
      <dsp:nvSpPr>
        <dsp:cNvPr id="0" name=""/>
        <dsp:cNvSpPr/>
      </dsp:nvSpPr>
      <dsp:spPr>
        <a:xfrm>
          <a:off x="3940621" y="0"/>
          <a:ext cx="3646527" cy="142646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96" tIns="165100" rIns="360196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940621" y="0"/>
        <a:ext cx="3646527" cy="14264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BC71B2-43F8-4E62-A38A-70BD7B5B4884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1) Show dataset binary format (optional: ls -lh experiments/data_gap3/).</a:t>
          </a:r>
        </a:p>
      </dsp:txBody>
      <dsp:txXfrm>
        <a:off x="2574876" y="53310"/>
        <a:ext cx="2736946" cy="945199"/>
      </dsp:txXfrm>
    </dsp:sp>
    <dsp:sp modelId="{7E053012-D6BB-4AEF-92E1-AD8B2A21E98D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2) One short run: kmeans_static_gap1 &lt;file.bin&gt; -a elkan -c 256 -r 42 -R 1e-4</a:t>
          </a:r>
        </a:p>
      </dsp:txBody>
      <dsp:txXfrm>
        <a:off x="2574876" y="1153149"/>
        <a:ext cx="2736946" cy="945199"/>
      </dsp:txXfrm>
    </dsp:sp>
    <dsp:sp modelId="{02FE4B79-136F-4997-B03E-5FA68A4CC553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3) Point to k-means execution time + Avg distance calculations ratio in stdout.</a:t>
          </a:r>
        </a:p>
      </dsp:txBody>
      <dsp:txXfrm>
        <a:off x="2574876" y="2252988"/>
        <a:ext cx="2736946" cy="945199"/>
      </dsp:txXfrm>
    </dsp:sp>
    <dsp:sp modelId="{8458DED5-8190-47D6-ADC3-0BFDB6620597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4) Optional: same command with kmeans_guided_gap1 for contrast.</a:t>
          </a:r>
        </a:p>
      </dsp:txBody>
      <dsp:txXfrm>
        <a:off x="2574876" y="3352827"/>
        <a:ext cx="2736946" cy="945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4BA1BB-333D-489B-8FFC-D7AB7830CFFA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AECF2-E6BB-45A9-A3B0-03443A7D57D5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Avg distance calculations ratio rises with M → weaker triangle-inequality pruning.</a:t>
          </a:r>
        </a:p>
      </dsp:txBody>
      <dsp:txXfrm>
        <a:off x="283960" y="1066136"/>
        <a:ext cx="2107770" cy="1308711"/>
      </dsp:txXfrm>
    </dsp:sp>
    <dsp:sp modelId="{C4B84BDE-149E-425E-BE61-005158B4990A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B1C60-4566-47DE-890C-8168E950B342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Elkan vs naive speedup shrinks as M grows (uniform synthetic data).</a:t>
          </a:r>
        </a:p>
      </dsp:txBody>
      <dsp:txXfrm>
        <a:off x="2959652" y="1066136"/>
        <a:ext cx="2107770" cy="1308711"/>
      </dsp:txXfrm>
    </dsp:sp>
    <dsp:sp modelId="{9517A836-9A6F-4430-B1B7-5BC6B8B0702E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4B1B8-25FB-45D3-B6A5-44284D354403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Limitation: i.i.d. uniform is not clustered geometry; trend still illustrates high-D behavior.</a:t>
          </a:r>
        </a:p>
      </dsp:txBody>
      <dsp:txXfrm>
        <a:off x="5635343" y="1066136"/>
        <a:ext cx="2107770" cy="13087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888C5-0513-4F05-9F83-B2D14C81376D}">
      <dsp:nvSpPr>
        <dsp:cNvPr id="0" name=""/>
        <dsp:cNvSpPr/>
      </dsp:nvSpPr>
      <dsp:spPr>
        <a:xfrm>
          <a:off x="0" y="212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C0BDB-BE50-465A-A98A-B361F2CD4881}">
      <dsp:nvSpPr>
        <dsp:cNvPr id="0" name=""/>
        <dsp:cNvSpPr/>
      </dsp:nvSpPr>
      <dsp:spPr>
        <a:xfrm>
          <a:off x="0" y="2124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Scheduling effects on Elkan are thread- and comparability-dependent.</a:t>
          </a:r>
        </a:p>
      </dsp:txBody>
      <dsp:txXfrm>
        <a:off x="0" y="2124"/>
        <a:ext cx="7886700" cy="1449029"/>
      </dsp:txXfrm>
    </dsp:sp>
    <dsp:sp modelId="{B14E3C1F-2829-460E-9298-93621396F9D4}">
      <dsp:nvSpPr>
        <dsp:cNvPr id="0" name=""/>
        <dsp:cNvSpPr/>
      </dsp:nvSpPr>
      <dsp:spPr>
        <a:xfrm>
          <a:off x="0" y="145115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19739-C493-460C-BEB7-5630BDF0B251}">
      <dsp:nvSpPr>
        <dsp:cNvPr id="0" name=""/>
        <dsp:cNvSpPr/>
      </dsp:nvSpPr>
      <dsp:spPr>
        <a:xfrm>
          <a:off x="0" y="1451154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Dimensionality strongly affects pruning effectiveness (ratio) and Elkan advantage.</a:t>
          </a:r>
        </a:p>
      </dsp:txBody>
      <dsp:txXfrm>
        <a:off x="0" y="1451154"/>
        <a:ext cx="7886700" cy="1449029"/>
      </dsp:txXfrm>
    </dsp:sp>
    <dsp:sp modelId="{B6991FA4-0E40-4BE8-A23A-DE612AE10F51}">
      <dsp:nvSpPr>
        <dsp:cNvPr id="0" name=""/>
        <dsp:cNvSpPr/>
      </dsp:nvSpPr>
      <dsp:spPr>
        <a:xfrm>
          <a:off x="0" y="2900183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2939E-05C4-4EED-9532-DFEBE76AF4CD}">
      <dsp:nvSpPr>
        <dsp:cNvPr id="0" name=""/>
        <dsp:cNvSpPr/>
      </dsp:nvSpPr>
      <dsp:spPr>
        <a:xfrm>
          <a:off x="0" y="2900183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Future: repeated trials, clustered synthetic data, deterministic reductions, MPI scale.</a:t>
          </a:r>
        </a:p>
      </dsp:txBody>
      <dsp:txXfrm>
        <a:off x="0" y="2900183"/>
        <a:ext cx="78867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0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9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57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9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4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9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89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9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9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Parallel &amp; Distributed Computing — Final Project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Triangle-inequality K-means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Gap 1: OpenMP scheduling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Gap 2: Dimensionality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Mohammad Rohaan (22I-2327) · Ali Bin Salman (22I-0894)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Base paper: </a:t>
            </a:r>
            <a:r>
              <a:rPr lang="en-US"/>
              <a:t>Kwedlo</a:t>
            </a:r>
            <a:r>
              <a:rPr lang="en-US" dirty="0"/>
              <a:t> &amp; </a:t>
            </a:r>
            <a:r>
              <a:rPr lang="en-US"/>
              <a:t>Czochanski</a:t>
            </a:r>
            <a:r>
              <a:rPr lang="en-US" dirty="0"/>
              <a:t>, IEEE Access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Deliverables &amp; artifacts (repo root)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2000" dirty="0"/>
              <a:t>Written report: PDC_Kmeans_Final_Report.docx → export PDF (build_final_report_docx.py).</a:t>
            </a:r>
          </a:p>
          <a:p>
            <a:pPr>
              <a:defRPr sz="2000"/>
            </a:pPr>
            <a:r>
              <a:rPr lang="en-US" sz="2000" dirty="0"/>
              <a:t>This deck: PDC_Kmeans_Presentation.pptx (build_presentation.py).</a:t>
            </a:r>
          </a:p>
          <a:p>
            <a:pPr>
              <a:defRPr sz="2000"/>
            </a:pPr>
            <a:r>
              <a:rPr lang="en-US" sz="2000" dirty="0"/>
              <a:t>Figures under experiments/figures/ — regenerate with plot_pdc_figures.py after logs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9C66E2-97F4-DE0F-D756-C07C6F6DE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82383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Base paper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B5DFB7-EAF4-EE10-09A1-3028BB6B4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677496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Project scope — two gaps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660949" y="-5116"/>
            <a:ext cx="2488985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1954321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D520CA-B1E6-4CAE-D22F-77C9150E7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952354"/>
              </p:ext>
            </p:extLst>
          </p:nvPr>
        </p:nvGraphicFramePr>
        <p:xfrm>
          <a:off x="777240" y="2560320"/>
          <a:ext cx="758952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CDDF-7788-474B-BBF7-2FF7CA21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1 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82A81DA0-E6B2-2D32-9592-27AB8FF00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5723" y="1592826"/>
            <a:ext cx="9379415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8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85DD8-579D-1202-C59E-D20495EB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6DC281-3BAE-BD21-4FF1-DB86BC0EE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79" y="1592826"/>
            <a:ext cx="9089477" cy="490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63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2000"/>
              <a:t>Upstream: hybrid-triangle-kmeans (Bitbucket), fixed commit.</a:t>
            </a:r>
          </a:p>
          <a:p>
            <a:pPr>
              <a:defRPr sz="2000"/>
            </a:pPr>
            <a:r>
              <a:rPr lang="en-US" sz="2000"/>
              <a:t>No edits to Clust/*.cpp — two binaries from Makefile flags only:</a:t>
            </a:r>
          </a:p>
          <a:p>
            <a:pPr>
              <a:defRPr sz="2000"/>
            </a:pPr>
            <a:r>
              <a:rPr lang="en-US" sz="2000"/>
              <a:t>  • make kmeans OPT=y OPENMP=y  → kmeans_static_gap1</a:t>
            </a:r>
          </a:p>
          <a:p>
            <a:pPr>
              <a:defRPr sz="2000"/>
            </a:pPr>
            <a:r>
              <a:rPr lang="en-US" sz="2000"/>
              <a:t>  • make kmeans OPT=y OPENMP=y DYNAMIC=y → kmeans_guided_gap1</a:t>
            </a:r>
          </a:p>
          <a:p>
            <a:pPr>
              <a:defRPr sz="2000"/>
            </a:pPr>
            <a:r>
              <a:rPr lang="en-US" sz="2000"/>
              <a:t>Metrics from program output: k-means execution time, iterations, SSE, ratio.</a:t>
            </a:r>
          </a:p>
          <a:p>
            <a:pPr>
              <a:defRPr sz="2000"/>
            </a:pPr>
            <a:r>
              <a:rPr lang="en-US" sz="2000"/>
              <a:t>Pairing script: parse_gap1_log.py flags OK vs DIFF_PATH (iter/SSE mismatch).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Experimental setup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2000"/>
              <a:t>Environment: WSL Ubuntu, g++, OpenMP (-fopenmp).</a:t>
            </a:r>
          </a:p>
          <a:p>
            <a:pPr>
              <a:defRPr sz="2000"/>
            </a:pPr>
            <a:r>
              <a:rPr lang="en-US" sz="2000"/>
              <a:t>K-means: Forgy init, -r 42, -R 1e-4, -a naive or -a elkan.</a:t>
            </a:r>
          </a:p>
          <a:p>
            <a:pPr>
              <a:defRPr sz="2000"/>
            </a:pPr>
            <a:r>
              <a:rPr lang="en-US" sz="2000"/>
              <a:t>Gap 1 log: gap1_medium_runs.txt → gap1_parsed_summary.txt</a:t>
            </a:r>
          </a:p>
          <a:p>
            <a:pPr>
              <a:defRPr sz="2000"/>
            </a:pPr>
            <a:r>
              <a:rPr lang="en-US" sz="2000"/>
              <a:t>Gap 3 log: gap3_runs.txt (run_gap3_matrix.sh)</a:t>
            </a:r>
          </a:p>
          <a:p>
            <a:pPr>
              <a:defRPr sz="2000"/>
            </a:pPr>
            <a:r>
              <a:rPr lang="en-US" sz="2000"/>
              <a:t>Figures: plot_pdc_figures.py → experiments/figures/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18B623-FEA7-3669-B006-1B2B638E68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3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Live demo (what we can show)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2DEA4A-6603-5C68-4390-6800CADCF8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93865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Gap 1 — Comparable pairs (median time)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ig_gap1_comparable_pairs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988" y="2643304"/>
            <a:ext cx="6375737" cy="35863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Gap 1 — All runs median (includes non-comparable T=4,8)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ig_gap1_elkan_static_vs_guided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988" y="2633472"/>
            <a:ext cx="6375737" cy="35863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3300"/>
              <a:t>Gap 1 — Interpretation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900"/>
              <a:t>T = 1,2: pairs usually OK — guided can be slightly faster (load balance).</a:t>
            </a:r>
          </a:p>
          <a:p>
            <a:pPr>
              <a:defRPr sz="2000"/>
            </a:pPr>
            <a:r>
              <a:rPr lang="en-US" sz="1900"/>
              <a:t>T = 4,8: often DIFF_PATH — different iterations/SSE between builds.</a:t>
            </a:r>
          </a:p>
          <a:p>
            <a:pPr>
              <a:defRPr sz="2000"/>
            </a:pPr>
            <a:r>
              <a:rPr lang="en-US" sz="1900"/>
              <a:t>Cause: parallel float reductions + schedule change trajectory (not a bug).</a:t>
            </a:r>
          </a:p>
          <a:p>
            <a:pPr>
              <a:defRPr sz="2000"/>
            </a:pPr>
            <a:r>
              <a:rPr lang="en-US" sz="1900"/>
              <a:t>Fair comparison only when iterations and SSE align.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Gap 2 — Pruning vs dimension M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ig_gap3_ratio_vs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988" y="2633472"/>
            <a:ext cx="6375737" cy="35863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Gap 2 — Time vs dimension M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ig_gap3_time_vs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988" y="2633472"/>
            <a:ext cx="6375737" cy="35863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Gap 2 — Speedup: naive / Elkan (static)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ig_gap3_speedup_naive_over_elkan_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2325646"/>
            <a:ext cx="6922983" cy="38941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Gap 2 — Interpretation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D3EA76-FAF8-BE95-1452-09B28C7D75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703889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Limitations &amp; reproducibility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900" dirty="0"/>
              <a:t>WSL timing noise; some runs show odd thread-clock vs wall-clock lines.</a:t>
            </a:r>
          </a:p>
          <a:p>
            <a:pPr>
              <a:defRPr sz="2000"/>
            </a:pPr>
            <a:r>
              <a:rPr lang="en-US" sz="1900" dirty="0"/>
              <a:t>Gap 2: single run per (M, algorithm) in our matrix — medians would be stronger.</a:t>
            </a:r>
          </a:p>
          <a:p>
            <a:pPr>
              <a:defRPr sz="2000"/>
            </a:pPr>
            <a:r>
              <a:rPr lang="en-US" sz="1900" dirty="0"/>
              <a:t>Synthetic data only; not the paper’s Tiny Images sample.</a:t>
            </a:r>
          </a:p>
          <a:p>
            <a:pPr>
              <a:defRPr sz="2000"/>
            </a:pPr>
            <a:r>
              <a:rPr lang="en-US" sz="1900" dirty="0"/>
              <a:t>README + commit hash + scripts to regenerate logs and figures.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E67061-DA0F-9F1C-CB9A-94E00DA365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309B37-963B-F5DD-246D-8E04BEDBCD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62074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/ AI assistance (course disclosure)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Used for: experiment planning, Makefile/flag explanation, scripts, report/slide structure.</a:t>
            </a:r>
          </a:p>
          <a:p>
            <a:pPr>
              <a:defRPr sz="2000"/>
            </a:pPr>
            <a:r>
              <a:t>All runs executed locally; results verified (iterations, SSE) where applicable.</a:t>
            </a:r>
          </a:p>
          <a:p>
            <a:pPr>
              <a:defRPr sz="2000"/>
            </a:pPr>
            <a:r>
              <a:t>Group members understand code paths, metrics, and plots.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— Questions?</a:t>
            </a:r>
          </a:p>
        </p:txBody>
      </p:sp>
      <p:pic>
        <p:nvPicPr>
          <p:cNvPr id="6" name="Graphic 5" descr="Help">
            <a:extLst>
              <a:ext uri="{FF2B5EF4-FFF2-40B4-BE49-F238E27FC236}">
                <a16:creationId xmlns:a16="http://schemas.microsoft.com/office/drawing/2014/main" id="{68156B8A-7BE2-19C2-93F5-01C666FF3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8" name="Graphic 7" descr="Help">
            <a:extLst>
              <a:ext uri="{FF2B5EF4-FFF2-40B4-BE49-F238E27FC236}">
                <a16:creationId xmlns:a16="http://schemas.microsoft.com/office/drawing/2014/main" id="{2F644F49-E67F-4BC9-8E89-1C051CE9B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</TotalTime>
  <Words>912</Words>
  <Application>Microsoft Office PowerPoint</Application>
  <PresentationFormat>On-screen Show (4:3)</PresentationFormat>
  <Paragraphs>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2013 - 2022 Theme</vt:lpstr>
      <vt:lpstr>Parallel &amp; Distributed Computing — Final Project</vt:lpstr>
      <vt:lpstr>Deliverables &amp; artifacts (repo root)</vt:lpstr>
      <vt:lpstr>Problem &amp; motivation</vt:lpstr>
      <vt:lpstr>Base paper </vt:lpstr>
      <vt:lpstr>Project scope — two gaps</vt:lpstr>
      <vt:lpstr>Gap 1 </vt:lpstr>
      <vt:lpstr>Gap 2</vt:lpstr>
      <vt:lpstr>Methodology</vt:lpstr>
      <vt:lpstr>Experimental setup</vt:lpstr>
      <vt:lpstr>Live demo (what we can show)</vt:lpstr>
      <vt:lpstr>Gap 1 — Comparable pairs (median time)</vt:lpstr>
      <vt:lpstr>Gap 1 — All runs median (includes non-comparable T=4,8)</vt:lpstr>
      <vt:lpstr>Gap 1 — Interpretation</vt:lpstr>
      <vt:lpstr>Gap 2 — Pruning vs dimension M</vt:lpstr>
      <vt:lpstr>Gap 2 — Time vs dimension M</vt:lpstr>
      <vt:lpstr>Gap 2 — Speedup: naive / Elkan (static)</vt:lpstr>
      <vt:lpstr>Gap 2 — Interpretation</vt:lpstr>
      <vt:lpstr>Limitations &amp; reproducibility</vt:lpstr>
      <vt:lpstr>Conclusion</vt:lpstr>
      <vt:lpstr>LLM / AI assistance (course disclosure)</vt:lpstr>
      <vt:lpstr>Thank you —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Bin Salman</cp:lastModifiedBy>
  <cp:revision>5</cp:revision>
  <dcterms:created xsi:type="dcterms:W3CDTF">2013-01-27T09:14:16Z</dcterms:created>
  <dcterms:modified xsi:type="dcterms:W3CDTF">2026-05-12T07:23:50Z</dcterms:modified>
  <cp:category/>
</cp:coreProperties>
</file>